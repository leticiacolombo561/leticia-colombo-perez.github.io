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6858000" cy="9144000"/>
  <p:embeddedFontLst>
    <p:embeddedFont>
      <p:font typeface="Catamaran"/>
      <p:regular r:id="rId29"/>
      <p:bold r:id="rId30"/>
    </p:embeddedFont>
    <p:embeddedFont>
      <p:font typeface="Catamaran Medium"/>
      <p:regular r:id="rId31"/>
      <p:bold r:id="rId32"/>
    </p:embeddedFont>
    <p:embeddedFont>
      <p:font typeface="Sora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atamaran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atamaranMedium-regular.fntdata"/><Relationship Id="rId30" Type="http://schemas.openxmlformats.org/officeDocument/2006/relationships/font" Target="fonts/Catamaran-bold.fntdata"/><Relationship Id="rId11" Type="http://schemas.openxmlformats.org/officeDocument/2006/relationships/slide" Target="slides/slide7.xml"/><Relationship Id="rId33" Type="http://schemas.openxmlformats.org/officeDocument/2006/relationships/font" Target="fonts/Sora-regular.fntdata"/><Relationship Id="rId10" Type="http://schemas.openxmlformats.org/officeDocument/2006/relationships/slide" Target="slides/slide6.xml"/><Relationship Id="rId32" Type="http://schemas.openxmlformats.org/officeDocument/2006/relationships/font" Target="fonts/CatamaranMedium-bold.fntdata"/><Relationship Id="rId13" Type="http://schemas.openxmlformats.org/officeDocument/2006/relationships/slide" Target="slides/slide9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8.xml"/><Relationship Id="rId34" Type="http://schemas.openxmlformats.org/officeDocument/2006/relationships/font" Target="fonts/Sora-bold.fntdata"/><Relationship Id="rId15" Type="http://schemas.openxmlformats.org/officeDocument/2006/relationships/slide" Target="slides/slide11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10.xml"/><Relationship Id="rId36" Type="http://schemas.openxmlformats.org/officeDocument/2006/relationships/font" Target="fonts/RobotoMono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9a3398f17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9a3398f17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9a3398f17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9a3398f17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9a3398f17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9a3398f17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56743864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56743864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c9a3398f17_1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c9a3398f17_1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9a3398f17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9a3398f17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c9a3398f17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c9a3398f17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9a3398f17_1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c9a3398f17_1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cabd86da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cabd86da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56743864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956743864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956743864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956743864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c9a3398f17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c9a3398f1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abd86dac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cabd86dac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cabd86dac6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cabd86dac6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9569b7369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9569b7369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cabd86dac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cabd86dac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cabd86dac6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cabd86dac6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956c2106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956c2106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956c2106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956c2106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cabd86dac6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cabd86dac6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9567438642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9567438642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abd86dac6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cabd86dac6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3" name="Google Shape;13;p2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14" name="Google Shape;14;p2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5" name="Google Shape;15;p2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6" name="Google Shape;16;p2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17" name="Google Shape;17;p2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4169750" y="1384050"/>
            <a:ext cx="4125300" cy="18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169725" y="3283950"/>
            <a:ext cx="41253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22" name="Google Shape;22;p3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25" name="Google Shape;25;p3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26" name="Google Shape;26;p3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27" name="Google Shape;27;p3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28" name="Google Shape;28;p3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29" name="Google Shape;29;p3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4311700" y="2816525"/>
            <a:ext cx="4119000" cy="6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Sora"/>
              <a:buNone/>
              <a:defRPr sz="36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hasCustomPrompt="1" idx="2" type="title"/>
          </p:nvPr>
        </p:nvSpPr>
        <p:spPr>
          <a:xfrm>
            <a:off x="5529250" y="1640263"/>
            <a:ext cx="1683900" cy="9198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Sora"/>
              <a:buNone/>
              <a:defRPr sz="6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/>
          <p:nvPr>
            <p:ph idx="3" type="pic"/>
          </p:nvPr>
        </p:nvSpPr>
        <p:spPr>
          <a:xfrm>
            <a:off x="791575" y="1152325"/>
            <a:ext cx="3276000" cy="28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4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35" name="Google Shape;35;p4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36" name="Google Shape;36;p4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38" name="Google Shape;38;p4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39" name="Google Shape;39;p4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40" name="Google Shape;40;p4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41" name="Google Shape;41;p4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42" name="Google Shape;42;p4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" name="Google Shape;4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" type="body"/>
          </p:nvPr>
        </p:nvSpPr>
        <p:spPr>
          <a:xfrm>
            <a:off x="720000" y="1072250"/>
            <a:ext cx="7704000" cy="23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5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47" name="Google Shape;47;p5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48" name="Google Shape;48;p5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49" name="Google Shape;49;p5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50" name="Google Shape;50;p5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51" name="Google Shape;51;p5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52" name="Google Shape;52;p5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53" name="Google Shape;53;p5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54" name="Google Shape;54;p5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" name="Google Shape;5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3945679" y="3240288"/>
            <a:ext cx="4214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2" type="subTitle"/>
          </p:nvPr>
        </p:nvSpPr>
        <p:spPr>
          <a:xfrm>
            <a:off x="3945679" y="1758288"/>
            <a:ext cx="4214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3" type="subTitle"/>
          </p:nvPr>
        </p:nvSpPr>
        <p:spPr>
          <a:xfrm>
            <a:off x="3945679" y="1372188"/>
            <a:ext cx="42141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4" type="subTitle"/>
          </p:nvPr>
        </p:nvSpPr>
        <p:spPr>
          <a:xfrm>
            <a:off x="3945679" y="2854188"/>
            <a:ext cx="42141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62" name="Google Shape;62;p6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63" name="Google Shape;63;p6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64" name="Google Shape;64;p6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65" name="Google Shape;65;p6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66" name="Google Shape;66;p6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67" name="Google Shape;67;p6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68" name="Google Shape;68;p6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69" name="Google Shape;69;p6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" name="Google Shape;7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7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73" name="Google Shape;73;p7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74" name="Google Shape;74;p7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75" name="Google Shape;75;p7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76" name="Google Shape;76;p7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77" name="Google Shape;77;p7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78" name="Google Shape;78;p7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79" name="Google Shape;79;p7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80" name="Google Shape;80;p7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" name="Google Shape;81;p7"/>
          <p:cNvSpPr txBox="1"/>
          <p:nvPr>
            <p:ph idx="1" type="subTitle"/>
          </p:nvPr>
        </p:nvSpPr>
        <p:spPr>
          <a:xfrm>
            <a:off x="818875" y="1635825"/>
            <a:ext cx="42948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type="title"/>
          </p:nvPr>
        </p:nvSpPr>
        <p:spPr>
          <a:xfrm>
            <a:off x="818863" y="1063125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7"/>
          <p:cNvSpPr/>
          <p:nvPr>
            <p:ph idx="2" type="pic"/>
          </p:nvPr>
        </p:nvSpPr>
        <p:spPr>
          <a:xfrm>
            <a:off x="5538138" y="1063125"/>
            <a:ext cx="2787000" cy="3017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8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87" name="Google Shape;87;p8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88" name="Google Shape;88;p8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89" name="Google Shape;89;p8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90" name="Google Shape;90;p8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91" name="Google Shape;91;p8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92" name="Google Shape;92;p8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93" name="Google Shape;93;p8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97" name="Google Shape;97;p9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98" name="Google Shape;98;p9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99" name="Google Shape;99;p9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00" name="Google Shape;100;p9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101" name="Google Shape;101;p9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02" name="Google Shape;102;p9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03" name="Google Shape;103;p9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104" name="Google Shape;104;p9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1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112" name="Google Shape;112;p11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113" name="Google Shape;113;p11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114" name="Google Shape;114;p11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15" name="Google Shape;115;p11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116" name="Google Shape;116;p11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17" name="Google Shape;117;p11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18" name="Google Shape;118;p11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119" name="Google Shape;119;p11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0" name="Google Shape;120;p11"/>
          <p:cNvSpPr txBox="1"/>
          <p:nvPr>
            <p:ph hasCustomPrompt="1" type="title"/>
          </p:nvPr>
        </p:nvSpPr>
        <p:spPr>
          <a:xfrm>
            <a:off x="1297375" y="1629125"/>
            <a:ext cx="6549300" cy="12747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/>
          <p:nvPr>
            <p:ph idx="1" type="subTitle"/>
          </p:nvPr>
        </p:nvSpPr>
        <p:spPr>
          <a:xfrm>
            <a:off x="1297326" y="3064675"/>
            <a:ext cx="65493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3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125" name="Google Shape;125;p13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126" name="Google Shape;126;p13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28" name="Google Shape;128;p13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129" name="Google Shape;129;p13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30" name="Google Shape;130;p13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31" name="Google Shape;131;p13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132" name="Google Shape;132;p13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hasCustomPrompt="1" idx="2" type="title"/>
          </p:nvPr>
        </p:nvSpPr>
        <p:spPr>
          <a:xfrm>
            <a:off x="1374275" y="1480875"/>
            <a:ext cx="9480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/>
          <p:nvPr>
            <p:ph hasCustomPrompt="1" idx="3" type="title"/>
          </p:nvPr>
        </p:nvSpPr>
        <p:spPr>
          <a:xfrm>
            <a:off x="1374275" y="3166121"/>
            <a:ext cx="9480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/>
          <p:nvPr>
            <p:ph hasCustomPrompt="1" idx="4" type="title"/>
          </p:nvPr>
        </p:nvSpPr>
        <p:spPr>
          <a:xfrm>
            <a:off x="4035600" y="1480875"/>
            <a:ext cx="9480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/>
          <p:nvPr>
            <p:ph hasCustomPrompt="1" idx="5" type="title"/>
          </p:nvPr>
        </p:nvSpPr>
        <p:spPr>
          <a:xfrm>
            <a:off x="4035600" y="3166121"/>
            <a:ext cx="9480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/>
          <p:nvPr>
            <p:ph hasCustomPrompt="1" idx="6" type="title"/>
          </p:nvPr>
        </p:nvSpPr>
        <p:spPr>
          <a:xfrm>
            <a:off x="6821725" y="1480875"/>
            <a:ext cx="9480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7" type="title"/>
          </p:nvPr>
        </p:nvSpPr>
        <p:spPr>
          <a:xfrm>
            <a:off x="6821725" y="3166121"/>
            <a:ext cx="9480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 sz="3000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idx="1" type="subTitle"/>
          </p:nvPr>
        </p:nvSpPr>
        <p:spPr>
          <a:xfrm>
            <a:off x="922025" y="2053913"/>
            <a:ext cx="18525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1" name="Google Shape;141;p13"/>
          <p:cNvSpPr txBox="1"/>
          <p:nvPr>
            <p:ph idx="8" type="subTitle"/>
          </p:nvPr>
        </p:nvSpPr>
        <p:spPr>
          <a:xfrm>
            <a:off x="3583350" y="2053913"/>
            <a:ext cx="18525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9" type="subTitle"/>
          </p:nvPr>
        </p:nvSpPr>
        <p:spPr>
          <a:xfrm>
            <a:off x="6369475" y="2053913"/>
            <a:ext cx="18525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13" type="subTitle"/>
          </p:nvPr>
        </p:nvSpPr>
        <p:spPr>
          <a:xfrm>
            <a:off x="922025" y="3739113"/>
            <a:ext cx="18525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4" type="subTitle"/>
          </p:nvPr>
        </p:nvSpPr>
        <p:spPr>
          <a:xfrm>
            <a:off x="3583350" y="3739113"/>
            <a:ext cx="18525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15" type="subTitle"/>
          </p:nvPr>
        </p:nvSpPr>
        <p:spPr>
          <a:xfrm>
            <a:off x="6369475" y="3739113"/>
            <a:ext cx="18525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4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148" name="Google Shape;148;p14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149" name="Google Shape;149;p14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150" name="Google Shape;150;p14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51" name="Google Shape;151;p14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152" name="Google Shape;152;p14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53" name="Google Shape;153;p14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54" name="Google Shape;154;p14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155" name="Google Shape;155;p14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6" name="Google Shape;156;p14"/>
          <p:cNvSpPr txBox="1"/>
          <p:nvPr>
            <p:ph type="title"/>
          </p:nvPr>
        </p:nvSpPr>
        <p:spPr>
          <a:xfrm>
            <a:off x="1756600" y="1813713"/>
            <a:ext cx="30732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14"/>
          <p:cNvSpPr txBox="1"/>
          <p:nvPr>
            <p:ph idx="1" type="subTitle"/>
          </p:nvPr>
        </p:nvSpPr>
        <p:spPr>
          <a:xfrm>
            <a:off x="1756600" y="2442988"/>
            <a:ext cx="3073200" cy="8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5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160" name="Google Shape;160;p15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161" name="Google Shape;161;p15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63" name="Google Shape;163;p15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164" name="Google Shape;164;p15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65" name="Google Shape;165;p15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66" name="Google Shape;166;p15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167" name="Google Shape;167;p15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8" name="Google Shape;16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9" name="Google Shape;169;p15"/>
          <p:cNvSpPr txBox="1"/>
          <p:nvPr>
            <p:ph idx="1" type="subTitle"/>
          </p:nvPr>
        </p:nvSpPr>
        <p:spPr>
          <a:xfrm>
            <a:off x="713225" y="2544050"/>
            <a:ext cx="2311200" cy="14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15"/>
          <p:cNvSpPr txBox="1"/>
          <p:nvPr>
            <p:ph idx="2" type="subTitle"/>
          </p:nvPr>
        </p:nvSpPr>
        <p:spPr>
          <a:xfrm>
            <a:off x="3416325" y="2544050"/>
            <a:ext cx="2311200" cy="14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15"/>
          <p:cNvSpPr txBox="1"/>
          <p:nvPr>
            <p:ph idx="3" type="subTitle"/>
          </p:nvPr>
        </p:nvSpPr>
        <p:spPr>
          <a:xfrm>
            <a:off x="6119425" y="2544050"/>
            <a:ext cx="2311200" cy="14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4" type="subTitle"/>
          </p:nvPr>
        </p:nvSpPr>
        <p:spPr>
          <a:xfrm>
            <a:off x="713225" y="2157575"/>
            <a:ext cx="23112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5" type="subTitle"/>
          </p:nvPr>
        </p:nvSpPr>
        <p:spPr>
          <a:xfrm>
            <a:off x="3416329" y="2157575"/>
            <a:ext cx="23112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" name="Google Shape;174;p15"/>
          <p:cNvSpPr txBox="1"/>
          <p:nvPr>
            <p:ph idx="6" type="subTitle"/>
          </p:nvPr>
        </p:nvSpPr>
        <p:spPr>
          <a:xfrm>
            <a:off x="6119425" y="2157575"/>
            <a:ext cx="23112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6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177" name="Google Shape;177;p16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178" name="Google Shape;178;p16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179" name="Google Shape;179;p16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80" name="Google Shape;180;p16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181" name="Google Shape;181;p16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82" name="Google Shape;182;p16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183" name="Google Shape;183;p16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184" name="Google Shape;184;p16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5" name="Google Shape;18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6" name="Google Shape;186;p16"/>
          <p:cNvSpPr txBox="1"/>
          <p:nvPr>
            <p:ph idx="1" type="subTitle"/>
          </p:nvPr>
        </p:nvSpPr>
        <p:spPr>
          <a:xfrm>
            <a:off x="1615138" y="1655500"/>
            <a:ext cx="27525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16"/>
          <p:cNvSpPr txBox="1"/>
          <p:nvPr>
            <p:ph idx="2" type="subTitle"/>
          </p:nvPr>
        </p:nvSpPr>
        <p:spPr>
          <a:xfrm>
            <a:off x="5260090" y="1655500"/>
            <a:ext cx="27525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8" name="Google Shape;188;p16"/>
          <p:cNvSpPr txBox="1"/>
          <p:nvPr>
            <p:ph idx="3" type="subTitle"/>
          </p:nvPr>
        </p:nvSpPr>
        <p:spPr>
          <a:xfrm>
            <a:off x="1615138" y="3316075"/>
            <a:ext cx="27525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9" name="Google Shape;189;p16"/>
          <p:cNvSpPr txBox="1"/>
          <p:nvPr>
            <p:ph idx="4" type="subTitle"/>
          </p:nvPr>
        </p:nvSpPr>
        <p:spPr>
          <a:xfrm>
            <a:off x="5260095" y="3316075"/>
            <a:ext cx="27525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0" name="Google Shape;190;p16"/>
          <p:cNvSpPr txBox="1"/>
          <p:nvPr>
            <p:ph idx="5" type="subTitle"/>
          </p:nvPr>
        </p:nvSpPr>
        <p:spPr>
          <a:xfrm>
            <a:off x="1615139" y="1265325"/>
            <a:ext cx="27525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16"/>
          <p:cNvSpPr txBox="1"/>
          <p:nvPr>
            <p:ph idx="6" type="subTitle"/>
          </p:nvPr>
        </p:nvSpPr>
        <p:spPr>
          <a:xfrm>
            <a:off x="1615139" y="2925975"/>
            <a:ext cx="27525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2" name="Google Shape;192;p16"/>
          <p:cNvSpPr txBox="1"/>
          <p:nvPr>
            <p:ph idx="7" type="subTitle"/>
          </p:nvPr>
        </p:nvSpPr>
        <p:spPr>
          <a:xfrm>
            <a:off x="5260070" y="1265325"/>
            <a:ext cx="27525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3" name="Google Shape;193;p16"/>
          <p:cNvSpPr txBox="1"/>
          <p:nvPr>
            <p:ph idx="8" type="subTitle"/>
          </p:nvPr>
        </p:nvSpPr>
        <p:spPr>
          <a:xfrm>
            <a:off x="5260070" y="2925975"/>
            <a:ext cx="27525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7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196" name="Google Shape;196;p17"/>
            <p:cNvGrpSpPr/>
            <p:nvPr/>
          </p:nvGrpSpPr>
          <p:grpSpPr>
            <a:xfrm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197" name="Google Shape;197;p17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198" name="Google Shape;198;p17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199" name="Google Shape;199;p17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200" name="Google Shape;200;p17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201" name="Google Shape;201;p17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202" name="Google Shape;202;p17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203" name="Google Shape;203;p17"/>
            <p:cNvCxnSpPr/>
            <p:nvPr/>
          </p:nvCxnSpPr>
          <p:spPr>
            <a:xfrm>
              <a:off x="428250" y="35105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4" name="Google Shape;20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"/>
              <a:buNone/>
              <a:defRPr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5" name="Google Shape;205;p17"/>
          <p:cNvSpPr txBox="1"/>
          <p:nvPr>
            <p:ph idx="1" type="subTitle"/>
          </p:nvPr>
        </p:nvSpPr>
        <p:spPr>
          <a:xfrm>
            <a:off x="969713" y="1638971"/>
            <a:ext cx="19779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17"/>
          <p:cNvSpPr txBox="1"/>
          <p:nvPr>
            <p:ph idx="2" type="subTitle"/>
          </p:nvPr>
        </p:nvSpPr>
        <p:spPr>
          <a:xfrm>
            <a:off x="3582974" y="1638950"/>
            <a:ext cx="1981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7"/>
          <p:cNvSpPr txBox="1"/>
          <p:nvPr>
            <p:ph idx="3" type="subTitle"/>
          </p:nvPr>
        </p:nvSpPr>
        <p:spPr>
          <a:xfrm>
            <a:off x="969713" y="3252076"/>
            <a:ext cx="19779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17"/>
          <p:cNvSpPr txBox="1"/>
          <p:nvPr>
            <p:ph idx="4" type="subTitle"/>
          </p:nvPr>
        </p:nvSpPr>
        <p:spPr>
          <a:xfrm>
            <a:off x="3582974" y="3252075"/>
            <a:ext cx="1981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17"/>
          <p:cNvSpPr txBox="1"/>
          <p:nvPr>
            <p:ph idx="5" type="subTitle"/>
          </p:nvPr>
        </p:nvSpPr>
        <p:spPr>
          <a:xfrm>
            <a:off x="6196388" y="1638950"/>
            <a:ext cx="19743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17"/>
          <p:cNvSpPr txBox="1"/>
          <p:nvPr>
            <p:ph idx="6" type="subTitle"/>
          </p:nvPr>
        </p:nvSpPr>
        <p:spPr>
          <a:xfrm>
            <a:off x="6196388" y="3252075"/>
            <a:ext cx="19743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17"/>
          <p:cNvSpPr txBox="1"/>
          <p:nvPr>
            <p:ph idx="7" type="subTitle"/>
          </p:nvPr>
        </p:nvSpPr>
        <p:spPr>
          <a:xfrm>
            <a:off x="973613" y="1252025"/>
            <a:ext cx="19779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8" type="subTitle"/>
          </p:nvPr>
        </p:nvSpPr>
        <p:spPr>
          <a:xfrm>
            <a:off x="3586734" y="1252025"/>
            <a:ext cx="19818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subTitle"/>
          </p:nvPr>
        </p:nvSpPr>
        <p:spPr>
          <a:xfrm>
            <a:off x="6199986" y="1252025"/>
            <a:ext cx="19743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17"/>
          <p:cNvSpPr txBox="1"/>
          <p:nvPr>
            <p:ph idx="13" type="subTitle"/>
          </p:nvPr>
        </p:nvSpPr>
        <p:spPr>
          <a:xfrm>
            <a:off x="973613" y="2861725"/>
            <a:ext cx="19779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5" name="Google Shape;215;p17"/>
          <p:cNvSpPr txBox="1"/>
          <p:nvPr>
            <p:ph idx="14" type="subTitle"/>
          </p:nvPr>
        </p:nvSpPr>
        <p:spPr>
          <a:xfrm>
            <a:off x="3586734" y="2861726"/>
            <a:ext cx="19818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6" name="Google Shape;216;p17"/>
          <p:cNvSpPr txBox="1"/>
          <p:nvPr>
            <p:ph idx="15" type="subTitle"/>
          </p:nvPr>
        </p:nvSpPr>
        <p:spPr>
          <a:xfrm>
            <a:off x="6199986" y="2861726"/>
            <a:ext cx="1974300" cy="4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8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sp>
          <p:nvSpPr>
            <p:cNvPr id="219" name="Google Shape;219;p18"/>
            <p:cNvSpPr/>
            <p:nvPr/>
          </p:nvSpPr>
          <p:spPr>
            <a:xfrm>
              <a:off x="138150" y="152625"/>
              <a:ext cx="8867700" cy="4838100"/>
            </a:xfrm>
            <a:prstGeom prst="roundRect">
              <a:avLst>
                <a:gd fmla="val 392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 rot="10800000">
              <a:off x="137250" y="4662825"/>
              <a:ext cx="8867700" cy="333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grpSp>
          <p:nvGrpSpPr>
            <p:cNvPr id="221" name="Google Shape;221;p18"/>
            <p:cNvGrpSpPr/>
            <p:nvPr/>
          </p:nvGrpSpPr>
          <p:grpSpPr>
            <a:xfrm>
              <a:off x="8153825" y="4766638"/>
              <a:ext cx="624050" cy="125663"/>
              <a:chOff x="8214875" y="4766638"/>
              <a:chExt cx="624050" cy="125663"/>
            </a:xfrm>
          </p:grpSpPr>
          <p:sp>
            <p:nvSpPr>
              <p:cNvPr id="222" name="Google Shape;222;p18">
                <a:hlinkClick action="ppaction://hlinkshowjump?jump=firstslide"/>
              </p:cNvPr>
              <p:cNvSpPr/>
              <p:nvPr/>
            </p:nvSpPr>
            <p:spPr>
              <a:xfrm>
                <a:off x="8465850" y="4770200"/>
                <a:ext cx="122100" cy="12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23" name="Google Shape;223;p18">
                <a:hlinkClick action="ppaction://hlinkshowjump?jump=nextslide"/>
              </p:cNvPr>
              <p:cNvSpPr/>
              <p:nvPr/>
            </p:nvSpPr>
            <p:spPr>
              <a:xfrm rot="5400000">
                <a:off x="872507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24" name="Google Shape;224;p18">
                <a:hlinkClick action="ppaction://hlinkshowjump?jump=previousslide"/>
              </p:cNvPr>
              <p:cNvSpPr/>
              <p:nvPr/>
            </p:nvSpPr>
            <p:spPr>
              <a:xfrm flipH="1" rot="-5400000">
                <a:off x="820662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</p:grpSp>
      </p:grpSp>
      <p:sp>
        <p:nvSpPr>
          <p:cNvPr id="225" name="Google Shape;225;p18"/>
          <p:cNvSpPr txBox="1"/>
          <p:nvPr>
            <p:ph type="title"/>
          </p:nvPr>
        </p:nvSpPr>
        <p:spPr>
          <a:xfrm>
            <a:off x="4818450" y="740225"/>
            <a:ext cx="32832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subTitle"/>
          </p:nvPr>
        </p:nvSpPr>
        <p:spPr>
          <a:xfrm>
            <a:off x="4818450" y="1598525"/>
            <a:ext cx="3283200" cy="118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/>
        </p:nvSpPr>
        <p:spPr>
          <a:xfrm>
            <a:off x="4884900" y="3426450"/>
            <a:ext cx="31503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</a:t>
            </a: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b="1" sz="1000" u="sng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9"/>
          <p:cNvGrpSpPr/>
          <p:nvPr/>
        </p:nvGrpSpPr>
        <p:grpSpPr>
          <a:xfrm>
            <a:off x="137250" y="152625"/>
            <a:ext cx="8868600" cy="4843500"/>
            <a:chOff x="137250" y="152625"/>
            <a:chExt cx="8868600" cy="4843500"/>
          </a:xfrm>
        </p:grpSpPr>
        <p:grpSp>
          <p:nvGrpSpPr>
            <p:cNvPr id="230" name="Google Shape;230;p19"/>
            <p:cNvGrpSpPr/>
            <p:nvPr/>
          </p:nvGrpSpPr>
          <p:grpSpPr>
            <a:xfrm flipH="1" rot="10800000">
              <a:off x="137250" y="152625"/>
              <a:ext cx="8868600" cy="4843500"/>
              <a:chOff x="137250" y="152625"/>
              <a:chExt cx="8868600" cy="4843500"/>
            </a:xfrm>
          </p:grpSpPr>
          <p:sp>
            <p:nvSpPr>
              <p:cNvPr id="231" name="Google Shape;231;p19"/>
              <p:cNvSpPr/>
              <p:nvPr/>
            </p:nvSpPr>
            <p:spPr>
              <a:xfrm>
                <a:off x="138150" y="152625"/>
                <a:ext cx="8867700" cy="4838100"/>
              </a:xfrm>
              <a:prstGeom prst="roundRect">
                <a:avLst>
                  <a:gd fmla="val 392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32" name="Google Shape;232;p19"/>
              <p:cNvSpPr/>
              <p:nvPr/>
            </p:nvSpPr>
            <p:spPr>
              <a:xfrm rot="10800000">
                <a:off x="137250" y="4662825"/>
                <a:ext cx="8867700" cy="333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grpSp>
            <p:nvGrpSpPr>
              <p:cNvPr id="233" name="Google Shape;233;p19"/>
              <p:cNvGrpSpPr/>
              <p:nvPr/>
            </p:nvGrpSpPr>
            <p:grpSpPr>
              <a:xfrm>
                <a:off x="8153825" y="4766638"/>
                <a:ext cx="624050" cy="125663"/>
                <a:chOff x="8214875" y="4766638"/>
                <a:chExt cx="624050" cy="125663"/>
              </a:xfrm>
            </p:grpSpPr>
            <p:sp>
              <p:nvSpPr>
                <p:cNvPr id="234" name="Google Shape;234;p19">
                  <a:hlinkClick action="ppaction://hlinkshowjump?jump=firstslide"/>
                </p:cNvPr>
                <p:cNvSpPr/>
                <p:nvPr/>
              </p:nvSpPr>
              <p:spPr>
                <a:xfrm>
                  <a:off x="8465850" y="4770200"/>
                  <a:ext cx="122100" cy="122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235" name="Google Shape;235;p19">
                  <a:hlinkClick action="ppaction://hlinkshowjump?jump=nextslide"/>
                </p:cNvPr>
                <p:cNvSpPr/>
                <p:nvPr/>
              </p:nvSpPr>
              <p:spPr>
                <a:xfrm rot="5400000">
                  <a:off x="872507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  <p:sp>
              <p:nvSpPr>
                <p:cNvPr id="236" name="Google Shape;236;p19">
                  <a:hlinkClick action="ppaction://hlinkshowjump?jump=previousslide"/>
                </p:cNvPr>
                <p:cNvSpPr/>
                <p:nvPr/>
              </p:nvSpPr>
              <p:spPr>
                <a:xfrm flipH="1" rot="-5400000">
                  <a:off x="8206625" y="4774888"/>
                  <a:ext cx="122100" cy="1056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Catamaran Medium"/>
                    <a:ea typeface="Catamaran Medium"/>
                    <a:cs typeface="Catamaran Medium"/>
                    <a:sym typeface="Catamaran Medium"/>
                  </a:endParaRPr>
                </a:p>
              </p:txBody>
            </p:sp>
          </p:grpSp>
        </p:grpSp>
        <p:cxnSp>
          <p:nvCxnSpPr>
            <p:cNvPr id="237" name="Google Shape;237;p19"/>
            <p:cNvCxnSpPr/>
            <p:nvPr/>
          </p:nvCxnSpPr>
          <p:spPr>
            <a:xfrm>
              <a:off x="428250" y="479770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38" name="Google Shape;238;p19"/>
            <p:cNvGrpSpPr/>
            <p:nvPr/>
          </p:nvGrpSpPr>
          <p:grpSpPr>
            <a:xfrm>
              <a:off x="428250" y="4481888"/>
              <a:ext cx="609850" cy="122100"/>
              <a:chOff x="713263" y="1493888"/>
              <a:chExt cx="609850" cy="122100"/>
            </a:xfrm>
          </p:grpSpPr>
          <p:sp>
            <p:nvSpPr>
              <p:cNvPr id="239" name="Google Shape;239;p19"/>
              <p:cNvSpPr/>
              <p:nvPr/>
            </p:nvSpPr>
            <p:spPr>
              <a:xfrm>
                <a:off x="713263" y="1493888"/>
                <a:ext cx="122100" cy="12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40" name="Google Shape;240;p19"/>
              <p:cNvSpPr/>
              <p:nvPr/>
            </p:nvSpPr>
            <p:spPr>
              <a:xfrm>
                <a:off x="957138" y="1493888"/>
                <a:ext cx="122100" cy="12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1201013" y="1493888"/>
                <a:ext cx="122100" cy="12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20"/>
          <p:cNvCxnSpPr/>
          <p:nvPr/>
        </p:nvCxnSpPr>
        <p:spPr>
          <a:xfrm>
            <a:off x="428250" y="351050"/>
            <a:ext cx="828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4" name="Google Shape;244;p20"/>
          <p:cNvGrpSpPr/>
          <p:nvPr/>
        </p:nvGrpSpPr>
        <p:grpSpPr>
          <a:xfrm>
            <a:off x="138150" y="152625"/>
            <a:ext cx="8867700" cy="4838100"/>
            <a:chOff x="138150" y="152625"/>
            <a:chExt cx="8867700" cy="4838100"/>
          </a:xfrm>
        </p:grpSpPr>
        <p:sp>
          <p:nvSpPr>
            <p:cNvPr id="245" name="Google Shape;245;p20"/>
            <p:cNvSpPr/>
            <p:nvPr/>
          </p:nvSpPr>
          <p:spPr>
            <a:xfrm>
              <a:off x="138150" y="152625"/>
              <a:ext cx="8867700" cy="4838100"/>
            </a:xfrm>
            <a:prstGeom prst="roundRect">
              <a:avLst>
                <a:gd fmla="val 392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grpSp>
          <p:nvGrpSpPr>
            <p:cNvPr id="246" name="Google Shape;246;p20"/>
            <p:cNvGrpSpPr/>
            <p:nvPr/>
          </p:nvGrpSpPr>
          <p:grpSpPr>
            <a:xfrm>
              <a:off x="8153825" y="4766638"/>
              <a:ext cx="624050" cy="125663"/>
              <a:chOff x="8214875" y="4766638"/>
              <a:chExt cx="624050" cy="125663"/>
            </a:xfrm>
          </p:grpSpPr>
          <p:sp>
            <p:nvSpPr>
              <p:cNvPr id="247" name="Google Shape;247;p20">
                <a:hlinkClick action="ppaction://hlinkshowjump?jump=firstslide"/>
              </p:cNvPr>
              <p:cNvSpPr/>
              <p:nvPr/>
            </p:nvSpPr>
            <p:spPr>
              <a:xfrm>
                <a:off x="8465850" y="4770200"/>
                <a:ext cx="122100" cy="12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48" name="Google Shape;248;p20">
                <a:hlinkClick action="ppaction://hlinkshowjump?jump=nextslide"/>
              </p:cNvPr>
              <p:cNvSpPr/>
              <p:nvPr/>
            </p:nvSpPr>
            <p:spPr>
              <a:xfrm rot="5400000">
                <a:off x="872507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49" name="Google Shape;249;p20">
                <a:hlinkClick action="ppaction://hlinkshowjump?jump=previousslide"/>
              </p:cNvPr>
              <p:cNvSpPr/>
              <p:nvPr/>
            </p:nvSpPr>
            <p:spPr>
              <a:xfrm flipH="1" rot="-5400000">
                <a:off x="820662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</p:grpSp>
      </p:grpSp>
      <p:grpSp>
        <p:nvGrpSpPr>
          <p:cNvPr id="250" name="Google Shape;250;p20"/>
          <p:cNvGrpSpPr/>
          <p:nvPr/>
        </p:nvGrpSpPr>
        <p:grpSpPr>
          <a:xfrm>
            <a:off x="428250" y="539500"/>
            <a:ext cx="8314550" cy="4314650"/>
            <a:chOff x="428250" y="539500"/>
            <a:chExt cx="8314550" cy="4314650"/>
          </a:xfrm>
        </p:grpSpPr>
        <p:grpSp>
          <p:nvGrpSpPr>
            <p:cNvPr id="251" name="Google Shape;251;p20"/>
            <p:cNvGrpSpPr/>
            <p:nvPr/>
          </p:nvGrpSpPr>
          <p:grpSpPr>
            <a:xfrm>
              <a:off x="8118750" y="4728488"/>
              <a:ext cx="624050" cy="125663"/>
              <a:chOff x="8214875" y="4766638"/>
              <a:chExt cx="624050" cy="125663"/>
            </a:xfrm>
          </p:grpSpPr>
          <p:sp>
            <p:nvSpPr>
              <p:cNvPr id="252" name="Google Shape;252;p20">
                <a:hlinkClick action="ppaction://hlinkshowjump?jump=firstslide"/>
              </p:cNvPr>
              <p:cNvSpPr/>
              <p:nvPr/>
            </p:nvSpPr>
            <p:spPr>
              <a:xfrm>
                <a:off x="8465850" y="4770200"/>
                <a:ext cx="122100" cy="122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53" name="Google Shape;253;p20">
                <a:hlinkClick action="ppaction://hlinkshowjump?jump=nextslide"/>
              </p:cNvPr>
              <p:cNvSpPr/>
              <p:nvPr/>
            </p:nvSpPr>
            <p:spPr>
              <a:xfrm rot="5400000">
                <a:off x="872507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54" name="Google Shape;254;p20">
                <a:hlinkClick action="ppaction://hlinkshowjump?jump=previousslide"/>
              </p:cNvPr>
              <p:cNvSpPr/>
              <p:nvPr/>
            </p:nvSpPr>
            <p:spPr>
              <a:xfrm flipH="1" rot="-5400000">
                <a:off x="820662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</p:grpSp>
        <p:cxnSp>
          <p:nvCxnSpPr>
            <p:cNvPr id="255" name="Google Shape;255;p20"/>
            <p:cNvCxnSpPr/>
            <p:nvPr/>
          </p:nvCxnSpPr>
          <p:spPr>
            <a:xfrm>
              <a:off x="428250" y="460400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0"/>
            <p:cNvCxnSpPr/>
            <p:nvPr/>
          </p:nvCxnSpPr>
          <p:spPr>
            <a:xfrm>
              <a:off x="428250" y="539500"/>
              <a:ext cx="828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57" name="Google Shape;257;p20"/>
            <p:cNvGrpSpPr/>
            <p:nvPr/>
          </p:nvGrpSpPr>
          <p:grpSpPr>
            <a:xfrm>
              <a:off x="428250" y="683963"/>
              <a:ext cx="609850" cy="122100"/>
              <a:chOff x="713263" y="1493888"/>
              <a:chExt cx="609850" cy="122100"/>
            </a:xfrm>
          </p:grpSpPr>
          <p:sp>
            <p:nvSpPr>
              <p:cNvPr id="258" name="Google Shape;258;p20"/>
              <p:cNvSpPr/>
              <p:nvPr/>
            </p:nvSpPr>
            <p:spPr>
              <a:xfrm>
                <a:off x="713263" y="1493888"/>
                <a:ext cx="122100" cy="12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>
                <a:off x="957138" y="1493888"/>
                <a:ext cx="122100" cy="12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60" name="Google Shape;260;p20"/>
              <p:cNvSpPr/>
              <p:nvPr/>
            </p:nvSpPr>
            <p:spPr>
              <a:xfrm>
                <a:off x="1201013" y="1493888"/>
                <a:ext cx="122100" cy="122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●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○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■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●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○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■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●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○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■"/>
              <a:defRPr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rxiv.org/abs/1902.10909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21"/>
          <p:cNvGrpSpPr/>
          <p:nvPr/>
        </p:nvGrpSpPr>
        <p:grpSpPr>
          <a:xfrm>
            <a:off x="137700" y="150000"/>
            <a:ext cx="8868600" cy="4843500"/>
            <a:chOff x="137250" y="152625"/>
            <a:chExt cx="8868600" cy="4843500"/>
          </a:xfrm>
        </p:grpSpPr>
        <p:sp>
          <p:nvSpPr>
            <p:cNvPr id="266" name="Google Shape;266;p21"/>
            <p:cNvSpPr/>
            <p:nvPr/>
          </p:nvSpPr>
          <p:spPr>
            <a:xfrm>
              <a:off x="138150" y="152625"/>
              <a:ext cx="8867700" cy="4838100"/>
            </a:xfrm>
            <a:prstGeom prst="roundRect">
              <a:avLst>
                <a:gd fmla="val 392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267" name="Google Shape;267;p21"/>
            <p:cNvSpPr/>
            <p:nvPr/>
          </p:nvSpPr>
          <p:spPr>
            <a:xfrm rot="10800000">
              <a:off x="137250" y="4662825"/>
              <a:ext cx="8867700" cy="333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grpSp>
          <p:nvGrpSpPr>
            <p:cNvPr id="268" name="Google Shape;268;p21"/>
            <p:cNvGrpSpPr/>
            <p:nvPr/>
          </p:nvGrpSpPr>
          <p:grpSpPr>
            <a:xfrm>
              <a:off x="8153825" y="4766638"/>
              <a:ext cx="624050" cy="125663"/>
              <a:chOff x="8214875" y="4766638"/>
              <a:chExt cx="624050" cy="125663"/>
            </a:xfrm>
          </p:grpSpPr>
          <p:sp>
            <p:nvSpPr>
              <p:cNvPr id="269" name="Google Shape;269;p21">
                <a:hlinkClick action="ppaction://hlinkshowjump?jump=firstslide"/>
              </p:cNvPr>
              <p:cNvSpPr/>
              <p:nvPr/>
            </p:nvSpPr>
            <p:spPr>
              <a:xfrm>
                <a:off x="8465850" y="4770200"/>
                <a:ext cx="122100" cy="122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70" name="Google Shape;270;p21">
                <a:hlinkClick action="ppaction://hlinkshowjump?jump=nextslide"/>
              </p:cNvPr>
              <p:cNvSpPr/>
              <p:nvPr/>
            </p:nvSpPr>
            <p:spPr>
              <a:xfrm rot="5400000">
                <a:off x="872507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  <p:sp>
            <p:nvSpPr>
              <p:cNvPr id="271" name="Google Shape;271;p21">
                <a:hlinkClick action="ppaction://hlinkshowjump?jump=previousslide"/>
              </p:cNvPr>
              <p:cNvSpPr/>
              <p:nvPr/>
            </p:nvSpPr>
            <p:spPr>
              <a:xfrm flipH="1" rot="-5400000">
                <a:off x="8206625" y="4774888"/>
                <a:ext cx="122100" cy="105600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tamaran Medium"/>
                  <a:ea typeface="Catamaran Medium"/>
                  <a:cs typeface="Catamaran Medium"/>
                  <a:sym typeface="Catamaran Medium"/>
                </a:endParaRPr>
              </a:p>
            </p:txBody>
          </p:sp>
        </p:grpSp>
      </p:grpSp>
      <p:sp>
        <p:nvSpPr>
          <p:cNvPr id="272" name="Google Shape;272;p21"/>
          <p:cNvSpPr txBox="1"/>
          <p:nvPr>
            <p:ph type="ctrTitle"/>
          </p:nvPr>
        </p:nvSpPr>
        <p:spPr>
          <a:xfrm>
            <a:off x="4306375" y="1162529"/>
            <a:ext cx="4125300" cy="12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ClaimStruct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Automatización Inteligente de Reclamos Bancarios</a:t>
            </a:r>
            <a:endParaRPr sz="1900"/>
          </a:p>
        </p:txBody>
      </p:sp>
      <p:sp>
        <p:nvSpPr>
          <p:cNvPr id="273" name="Google Shape;273;p21"/>
          <p:cNvSpPr txBox="1"/>
          <p:nvPr>
            <p:ph idx="1" type="subTitle"/>
          </p:nvPr>
        </p:nvSpPr>
        <p:spPr>
          <a:xfrm>
            <a:off x="3987475" y="2969300"/>
            <a:ext cx="47631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Joint Intent Classification and NER using Pre-trained BERT Features</a:t>
            </a:r>
            <a:endParaRPr sz="1200"/>
          </a:p>
        </p:txBody>
      </p:sp>
      <p:sp>
        <p:nvSpPr>
          <p:cNvPr id="274" name="Google Shape;274;p21"/>
          <p:cNvSpPr/>
          <p:nvPr/>
        </p:nvSpPr>
        <p:spPr>
          <a:xfrm>
            <a:off x="760753" y="2233943"/>
            <a:ext cx="14278" cy="3570"/>
          </a:xfrm>
          <a:custGeom>
            <a:rect b="b" l="l" r="r" t="t"/>
            <a:pathLst>
              <a:path extrusionOk="0" h="27" w="108">
                <a:moveTo>
                  <a:pt x="1" y="0"/>
                </a:moveTo>
                <a:lnTo>
                  <a:pt x="27" y="27"/>
                </a:lnTo>
                <a:lnTo>
                  <a:pt x="107" y="27"/>
                </a:lnTo>
                <a:lnTo>
                  <a:pt x="1" y="0"/>
                </a:lnTo>
                <a:close/>
              </a:path>
            </a:pathLst>
          </a:custGeom>
          <a:solidFill>
            <a:srgbClr val="0303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2278988" y="2233943"/>
            <a:ext cx="10709" cy="3570"/>
          </a:xfrm>
          <a:custGeom>
            <a:rect b="b" l="l" r="r" t="t"/>
            <a:pathLst>
              <a:path extrusionOk="0" h="27" w="81">
                <a:moveTo>
                  <a:pt x="81" y="0"/>
                </a:moveTo>
                <a:cubicBezTo>
                  <a:pt x="81" y="0"/>
                  <a:pt x="71" y="0"/>
                  <a:pt x="64" y="6"/>
                </a:cubicBezTo>
                <a:lnTo>
                  <a:pt x="64" y="6"/>
                </a:lnTo>
                <a:lnTo>
                  <a:pt x="81" y="0"/>
                </a:lnTo>
                <a:close/>
                <a:moveTo>
                  <a:pt x="64" y="6"/>
                </a:moveTo>
                <a:lnTo>
                  <a:pt x="1" y="27"/>
                </a:lnTo>
                <a:lnTo>
                  <a:pt x="54" y="27"/>
                </a:lnTo>
                <a:cubicBezTo>
                  <a:pt x="54" y="16"/>
                  <a:pt x="59" y="10"/>
                  <a:pt x="64" y="6"/>
                </a:cubicBezTo>
                <a:close/>
              </a:path>
            </a:pathLst>
          </a:custGeom>
          <a:solidFill>
            <a:srgbClr val="0303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21"/>
          <p:cNvGrpSpPr/>
          <p:nvPr/>
        </p:nvGrpSpPr>
        <p:grpSpPr>
          <a:xfrm>
            <a:off x="5927450" y="3523108"/>
            <a:ext cx="609850" cy="122100"/>
            <a:chOff x="713263" y="1493888"/>
            <a:chExt cx="609850" cy="122100"/>
          </a:xfrm>
        </p:grpSpPr>
        <p:sp>
          <p:nvSpPr>
            <p:cNvPr id="277" name="Google Shape;277;p21"/>
            <p:cNvSpPr/>
            <p:nvPr/>
          </p:nvSpPr>
          <p:spPr>
            <a:xfrm>
              <a:off x="71326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957138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120101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</p:grpSp>
      <p:grpSp>
        <p:nvGrpSpPr>
          <p:cNvPr id="280" name="Google Shape;280;p21"/>
          <p:cNvGrpSpPr/>
          <p:nvPr/>
        </p:nvGrpSpPr>
        <p:grpSpPr>
          <a:xfrm>
            <a:off x="777891" y="992144"/>
            <a:ext cx="2641065" cy="3174731"/>
            <a:chOff x="6011497" y="1060172"/>
            <a:chExt cx="2614915" cy="3129355"/>
          </a:xfrm>
        </p:grpSpPr>
        <p:sp>
          <p:nvSpPr>
            <p:cNvPr id="281" name="Google Shape;281;p21"/>
            <p:cNvSpPr/>
            <p:nvPr/>
          </p:nvSpPr>
          <p:spPr>
            <a:xfrm>
              <a:off x="6514924" y="1060172"/>
              <a:ext cx="1726807" cy="3129355"/>
            </a:xfrm>
            <a:custGeom>
              <a:rect b="b" l="l" r="r" t="t"/>
              <a:pathLst>
                <a:path extrusionOk="0" h="38584" w="21291">
                  <a:moveTo>
                    <a:pt x="19772" y="320"/>
                  </a:moveTo>
                  <a:cubicBezTo>
                    <a:pt x="20411" y="320"/>
                    <a:pt x="20944" y="853"/>
                    <a:pt x="20944" y="1493"/>
                  </a:cubicBezTo>
                  <a:lnTo>
                    <a:pt x="20944" y="37091"/>
                  </a:lnTo>
                  <a:cubicBezTo>
                    <a:pt x="20944" y="37731"/>
                    <a:pt x="20411" y="38264"/>
                    <a:pt x="19772" y="38264"/>
                  </a:cubicBezTo>
                  <a:lnTo>
                    <a:pt x="1493" y="38264"/>
                  </a:lnTo>
                  <a:cubicBezTo>
                    <a:pt x="853" y="38264"/>
                    <a:pt x="320" y="37731"/>
                    <a:pt x="320" y="37091"/>
                  </a:cubicBezTo>
                  <a:lnTo>
                    <a:pt x="320" y="1493"/>
                  </a:lnTo>
                  <a:cubicBezTo>
                    <a:pt x="320" y="853"/>
                    <a:pt x="853" y="347"/>
                    <a:pt x="1493" y="347"/>
                  </a:cubicBezTo>
                  <a:lnTo>
                    <a:pt x="19772" y="320"/>
                  </a:lnTo>
                  <a:close/>
                  <a:moveTo>
                    <a:pt x="1493" y="0"/>
                  </a:moveTo>
                  <a:cubicBezTo>
                    <a:pt x="667" y="0"/>
                    <a:pt x="1" y="667"/>
                    <a:pt x="1" y="1493"/>
                  </a:cubicBezTo>
                  <a:lnTo>
                    <a:pt x="1" y="37091"/>
                  </a:lnTo>
                  <a:cubicBezTo>
                    <a:pt x="1" y="37917"/>
                    <a:pt x="667" y="38583"/>
                    <a:pt x="1493" y="38583"/>
                  </a:cubicBezTo>
                  <a:lnTo>
                    <a:pt x="19772" y="38583"/>
                  </a:lnTo>
                  <a:cubicBezTo>
                    <a:pt x="20598" y="38583"/>
                    <a:pt x="21264" y="37917"/>
                    <a:pt x="21291" y="37091"/>
                  </a:cubicBezTo>
                  <a:lnTo>
                    <a:pt x="21291" y="1493"/>
                  </a:lnTo>
                  <a:cubicBezTo>
                    <a:pt x="21264" y="667"/>
                    <a:pt x="20598" y="0"/>
                    <a:pt x="197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6220999" y="1335283"/>
              <a:ext cx="1078534" cy="976261"/>
            </a:xfrm>
            <a:custGeom>
              <a:rect b="b" l="l" r="r" t="t"/>
              <a:pathLst>
                <a:path extrusionOk="0" h="12037" w="13298">
                  <a:moveTo>
                    <a:pt x="7290" y="0"/>
                  </a:moveTo>
                  <a:cubicBezTo>
                    <a:pt x="6637" y="0"/>
                    <a:pt x="5968" y="108"/>
                    <a:pt x="5303" y="339"/>
                  </a:cubicBezTo>
                  <a:cubicBezTo>
                    <a:pt x="1386" y="1724"/>
                    <a:pt x="1" y="6547"/>
                    <a:pt x="2585" y="9771"/>
                  </a:cubicBezTo>
                  <a:cubicBezTo>
                    <a:pt x="2612" y="9825"/>
                    <a:pt x="2612" y="9825"/>
                    <a:pt x="2665" y="9905"/>
                  </a:cubicBezTo>
                  <a:cubicBezTo>
                    <a:pt x="2719" y="9985"/>
                    <a:pt x="2799" y="10038"/>
                    <a:pt x="2852" y="10118"/>
                  </a:cubicBezTo>
                  <a:cubicBezTo>
                    <a:pt x="2852" y="10118"/>
                    <a:pt x="2879" y="10144"/>
                    <a:pt x="2905" y="10144"/>
                  </a:cubicBezTo>
                  <a:cubicBezTo>
                    <a:pt x="3944" y="11290"/>
                    <a:pt x="5410" y="11983"/>
                    <a:pt x="6982" y="12036"/>
                  </a:cubicBezTo>
                  <a:lnTo>
                    <a:pt x="7275" y="12036"/>
                  </a:lnTo>
                  <a:cubicBezTo>
                    <a:pt x="7515" y="12036"/>
                    <a:pt x="7755" y="12036"/>
                    <a:pt x="7995" y="12010"/>
                  </a:cubicBezTo>
                  <a:cubicBezTo>
                    <a:pt x="9354" y="11850"/>
                    <a:pt x="10659" y="11210"/>
                    <a:pt x="11618" y="10198"/>
                  </a:cubicBezTo>
                  <a:cubicBezTo>
                    <a:pt x="11725" y="10065"/>
                    <a:pt x="11832" y="9931"/>
                    <a:pt x="11938" y="9798"/>
                  </a:cubicBezTo>
                  <a:cubicBezTo>
                    <a:pt x="11965" y="9798"/>
                    <a:pt x="11991" y="9771"/>
                    <a:pt x="11991" y="9745"/>
                  </a:cubicBezTo>
                  <a:cubicBezTo>
                    <a:pt x="12045" y="9665"/>
                    <a:pt x="12098" y="9612"/>
                    <a:pt x="12125" y="9558"/>
                  </a:cubicBezTo>
                  <a:cubicBezTo>
                    <a:pt x="12897" y="8519"/>
                    <a:pt x="13297" y="7293"/>
                    <a:pt x="13297" y="6014"/>
                  </a:cubicBezTo>
                  <a:cubicBezTo>
                    <a:pt x="13297" y="2585"/>
                    <a:pt x="10486" y="0"/>
                    <a:pt x="7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6774298" y="1699773"/>
              <a:ext cx="295709" cy="247208"/>
            </a:xfrm>
            <a:custGeom>
              <a:rect b="b" l="l" r="r" t="t"/>
              <a:pathLst>
                <a:path extrusionOk="0" h="3048" w="3646">
                  <a:moveTo>
                    <a:pt x="2100" y="1"/>
                  </a:moveTo>
                  <a:cubicBezTo>
                    <a:pt x="2084" y="1"/>
                    <a:pt x="2068" y="1"/>
                    <a:pt x="2052" y="2"/>
                  </a:cubicBezTo>
                  <a:cubicBezTo>
                    <a:pt x="666" y="2"/>
                    <a:pt x="0" y="1707"/>
                    <a:pt x="1013" y="2639"/>
                  </a:cubicBezTo>
                  <a:cubicBezTo>
                    <a:pt x="1319" y="2922"/>
                    <a:pt x="1685" y="3048"/>
                    <a:pt x="2042" y="3048"/>
                  </a:cubicBezTo>
                  <a:cubicBezTo>
                    <a:pt x="2865" y="3048"/>
                    <a:pt x="3645" y="2380"/>
                    <a:pt x="3571" y="1414"/>
                  </a:cubicBezTo>
                  <a:cubicBezTo>
                    <a:pt x="3545" y="631"/>
                    <a:pt x="2879" y="1"/>
                    <a:pt x="2100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6437144" y="1820864"/>
              <a:ext cx="756466" cy="341533"/>
            </a:xfrm>
            <a:custGeom>
              <a:rect b="b" l="l" r="r" t="t"/>
              <a:pathLst>
                <a:path extrusionOk="0" h="4211" w="9327">
                  <a:moveTo>
                    <a:pt x="4424" y="1"/>
                  </a:moveTo>
                  <a:lnTo>
                    <a:pt x="4024" y="27"/>
                  </a:lnTo>
                  <a:lnTo>
                    <a:pt x="3678" y="27"/>
                  </a:lnTo>
                  <a:cubicBezTo>
                    <a:pt x="3651" y="107"/>
                    <a:pt x="3651" y="187"/>
                    <a:pt x="3651" y="267"/>
                  </a:cubicBezTo>
                  <a:cubicBezTo>
                    <a:pt x="3571" y="1280"/>
                    <a:pt x="3278" y="1786"/>
                    <a:pt x="2931" y="2079"/>
                  </a:cubicBezTo>
                  <a:cubicBezTo>
                    <a:pt x="2905" y="2106"/>
                    <a:pt x="2878" y="2132"/>
                    <a:pt x="2825" y="2159"/>
                  </a:cubicBezTo>
                  <a:cubicBezTo>
                    <a:pt x="2105" y="2692"/>
                    <a:pt x="1226" y="2372"/>
                    <a:pt x="507" y="3065"/>
                  </a:cubicBezTo>
                  <a:cubicBezTo>
                    <a:pt x="267" y="3278"/>
                    <a:pt x="80" y="3571"/>
                    <a:pt x="0" y="3918"/>
                  </a:cubicBezTo>
                  <a:cubicBezTo>
                    <a:pt x="54" y="3971"/>
                    <a:pt x="134" y="4051"/>
                    <a:pt x="187" y="4104"/>
                  </a:cubicBezTo>
                  <a:cubicBezTo>
                    <a:pt x="187" y="4131"/>
                    <a:pt x="214" y="4131"/>
                    <a:pt x="240" y="4157"/>
                  </a:cubicBezTo>
                  <a:lnTo>
                    <a:pt x="8953" y="4211"/>
                  </a:lnTo>
                  <a:cubicBezTo>
                    <a:pt x="9060" y="4078"/>
                    <a:pt x="9167" y="3944"/>
                    <a:pt x="9273" y="3811"/>
                  </a:cubicBezTo>
                  <a:cubicBezTo>
                    <a:pt x="9300" y="3811"/>
                    <a:pt x="9326" y="3784"/>
                    <a:pt x="9326" y="3758"/>
                  </a:cubicBezTo>
                  <a:cubicBezTo>
                    <a:pt x="9220" y="3491"/>
                    <a:pt x="9060" y="3251"/>
                    <a:pt x="8873" y="3065"/>
                  </a:cubicBezTo>
                  <a:cubicBezTo>
                    <a:pt x="8101" y="2372"/>
                    <a:pt x="7248" y="2692"/>
                    <a:pt x="6529" y="2159"/>
                  </a:cubicBezTo>
                  <a:lnTo>
                    <a:pt x="6395" y="2052"/>
                  </a:lnTo>
                  <a:cubicBezTo>
                    <a:pt x="6102" y="1759"/>
                    <a:pt x="5783" y="1253"/>
                    <a:pt x="5703" y="267"/>
                  </a:cubicBezTo>
                  <a:lnTo>
                    <a:pt x="5703" y="27"/>
                  </a:lnTo>
                  <a:lnTo>
                    <a:pt x="5356" y="27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rgbClr val="FB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6746154" y="1799290"/>
              <a:ext cx="138446" cy="123280"/>
            </a:xfrm>
            <a:custGeom>
              <a:rect b="b" l="l" r="r" t="t"/>
              <a:pathLst>
                <a:path extrusionOk="0" h="1520" w="1707">
                  <a:moveTo>
                    <a:pt x="853" y="0"/>
                  </a:moveTo>
                  <a:cubicBezTo>
                    <a:pt x="374" y="0"/>
                    <a:pt x="1" y="347"/>
                    <a:pt x="1" y="746"/>
                  </a:cubicBezTo>
                  <a:cubicBezTo>
                    <a:pt x="1" y="1173"/>
                    <a:pt x="374" y="1519"/>
                    <a:pt x="853" y="1519"/>
                  </a:cubicBezTo>
                  <a:cubicBezTo>
                    <a:pt x="1333" y="1519"/>
                    <a:pt x="1706" y="1173"/>
                    <a:pt x="1706" y="746"/>
                  </a:cubicBezTo>
                  <a:cubicBezTo>
                    <a:pt x="1706" y="347"/>
                    <a:pt x="1333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6655398" y="1444857"/>
              <a:ext cx="319959" cy="432290"/>
            </a:xfrm>
            <a:custGeom>
              <a:rect b="b" l="l" r="r" t="t"/>
              <a:pathLst>
                <a:path extrusionOk="0" h="5330" w="3945">
                  <a:moveTo>
                    <a:pt x="1972" y="0"/>
                  </a:moveTo>
                  <a:cubicBezTo>
                    <a:pt x="1813" y="0"/>
                    <a:pt x="1653" y="0"/>
                    <a:pt x="1493" y="27"/>
                  </a:cubicBezTo>
                  <a:cubicBezTo>
                    <a:pt x="640" y="134"/>
                    <a:pt x="1" y="853"/>
                    <a:pt x="1" y="1706"/>
                  </a:cubicBezTo>
                  <a:lnTo>
                    <a:pt x="1" y="3411"/>
                  </a:lnTo>
                  <a:cubicBezTo>
                    <a:pt x="134" y="3997"/>
                    <a:pt x="454" y="4530"/>
                    <a:pt x="907" y="4877"/>
                  </a:cubicBezTo>
                  <a:cubicBezTo>
                    <a:pt x="1200" y="5116"/>
                    <a:pt x="1546" y="5276"/>
                    <a:pt x="1919" y="5330"/>
                  </a:cubicBezTo>
                  <a:lnTo>
                    <a:pt x="2026" y="5330"/>
                  </a:lnTo>
                  <a:cubicBezTo>
                    <a:pt x="2399" y="5276"/>
                    <a:pt x="2745" y="5116"/>
                    <a:pt x="3038" y="4877"/>
                  </a:cubicBezTo>
                  <a:cubicBezTo>
                    <a:pt x="3518" y="4530"/>
                    <a:pt x="3838" y="3997"/>
                    <a:pt x="3944" y="3411"/>
                  </a:cubicBezTo>
                  <a:lnTo>
                    <a:pt x="3944" y="1706"/>
                  </a:lnTo>
                  <a:cubicBezTo>
                    <a:pt x="3944" y="853"/>
                    <a:pt x="3305" y="134"/>
                    <a:pt x="2479" y="27"/>
                  </a:cubicBezTo>
                  <a:cubicBezTo>
                    <a:pt x="2319" y="0"/>
                    <a:pt x="2132" y="0"/>
                    <a:pt x="1972" y="0"/>
                  </a:cubicBezTo>
                  <a:close/>
                </a:path>
              </a:pathLst>
            </a:custGeom>
            <a:solidFill>
              <a:srgbClr val="FB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6610060" y="1624183"/>
              <a:ext cx="73562" cy="101706"/>
            </a:xfrm>
            <a:custGeom>
              <a:rect b="b" l="l" r="r" t="t"/>
              <a:pathLst>
                <a:path extrusionOk="0" h="1254" w="907">
                  <a:moveTo>
                    <a:pt x="453" y="1"/>
                  </a:moveTo>
                  <a:cubicBezTo>
                    <a:pt x="213" y="1"/>
                    <a:pt x="0" y="294"/>
                    <a:pt x="0" y="640"/>
                  </a:cubicBezTo>
                  <a:cubicBezTo>
                    <a:pt x="0" y="987"/>
                    <a:pt x="213" y="1253"/>
                    <a:pt x="453" y="1253"/>
                  </a:cubicBezTo>
                  <a:cubicBezTo>
                    <a:pt x="720" y="1253"/>
                    <a:pt x="906" y="987"/>
                    <a:pt x="906" y="640"/>
                  </a:cubicBezTo>
                  <a:cubicBezTo>
                    <a:pt x="906" y="294"/>
                    <a:pt x="720" y="1"/>
                    <a:pt x="453" y="1"/>
                  </a:cubicBezTo>
                  <a:close/>
                </a:path>
              </a:pathLst>
            </a:custGeom>
            <a:solidFill>
              <a:srgbClr val="FB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6947133" y="1624183"/>
              <a:ext cx="73562" cy="101706"/>
            </a:xfrm>
            <a:custGeom>
              <a:rect b="b" l="l" r="r" t="t"/>
              <a:pathLst>
                <a:path extrusionOk="0" h="1254" w="907">
                  <a:moveTo>
                    <a:pt x="454" y="1"/>
                  </a:moveTo>
                  <a:cubicBezTo>
                    <a:pt x="187" y="1"/>
                    <a:pt x="1" y="294"/>
                    <a:pt x="1" y="640"/>
                  </a:cubicBezTo>
                  <a:cubicBezTo>
                    <a:pt x="1" y="987"/>
                    <a:pt x="187" y="1253"/>
                    <a:pt x="454" y="1253"/>
                  </a:cubicBezTo>
                  <a:cubicBezTo>
                    <a:pt x="720" y="1253"/>
                    <a:pt x="907" y="987"/>
                    <a:pt x="907" y="640"/>
                  </a:cubicBezTo>
                  <a:cubicBezTo>
                    <a:pt x="907" y="294"/>
                    <a:pt x="720" y="1"/>
                    <a:pt x="454" y="1"/>
                  </a:cubicBezTo>
                  <a:close/>
                </a:path>
              </a:pathLst>
            </a:custGeom>
            <a:solidFill>
              <a:srgbClr val="FB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6800170" y="1734405"/>
              <a:ext cx="32523" cy="8759"/>
            </a:xfrm>
            <a:custGeom>
              <a:rect b="b" l="l" r="r" t="t"/>
              <a:pathLst>
                <a:path extrusionOk="0" h="108" w="401">
                  <a:moveTo>
                    <a:pt x="187" y="1"/>
                  </a:moveTo>
                  <a:cubicBezTo>
                    <a:pt x="108" y="1"/>
                    <a:pt x="54" y="28"/>
                    <a:pt x="1" y="54"/>
                  </a:cubicBezTo>
                  <a:cubicBezTo>
                    <a:pt x="54" y="81"/>
                    <a:pt x="108" y="107"/>
                    <a:pt x="187" y="107"/>
                  </a:cubicBezTo>
                  <a:cubicBezTo>
                    <a:pt x="267" y="107"/>
                    <a:pt x="321" y="81"/>
                    <a:pt x="401" y="54"/>
                  </a:cubicBezTo>
                  <a:cubicBezTo>
                    <a:pt x="321" y="28"/>
                    <a:pt x="267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6785085" y="2030523"/>
              <a:ext cx="51907" cy="17924"/>
            </a:xfrm>
            <a:custGeom>
              <a:rect b="b" l="l" r="r" t="t"/>
              <a:pathLst>
                <a:path extrusionOk="0" h="221" w="640">
                  <a:moveTo>
                    <a:pt x="640" y="0"/>
                  </a:moveTo>
                  <a:lnTo>
                    <a:pt x="0" y="80"/>
                  </a:lnTo>
                  <a:cubicBezTo>
                    <a:pt x="67" y="169"/>
                    <a:pt x="169" y="220"/>
                    <a:pt x="294" y="220"/>
                  </a:cubicBezTo>
                  <a:cubicBezTo>
                    <a:pt x="319" y="220"/>
                    <a:pt x="346" y="218"/>
                    <a:pt x="373" y="214"/>
                  </a:cubicBezTo>
                  <a:cubicBezTo>
                    <a:pt x="480" y="187"/>
                    <a:pt x="587" y="107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6839101" y="2060775"/>
              <a:ext cx="194571" cy="16059"/>
            </a:xfrm>
            <a:custGeom>
              <a:rect b="b" l="l" r="r" t="t"/>
              <a:pathLst>
                <a:path extrusionOk="0" h="198" w="2399">
                  <a:moveTo>
                    <a:pt x="2399" y="0"/>
                  </a:moveTo>
                  <a:lnTo>
                    <a:pt x="1013" y="54"/>
                  </a:lnTo>
                  <a:lnTo>
                    <a:pt x="1" y="54"/>
                  </a:lnTo>
                  <a:cubicBezTo>
                    <a:pt x="54" y="80"/>
                    <a:pt x="134" y="107"/>
                    <a:pt x="214" y="134"/>
                  </a:cubicBezTo>
                  <a:cubicBezTo>
                    <a:pt x="389" y="173"/>
                    <a:pt x="579" y="197"/>
                    <a:pt x="762" y="197"/>
                  </a:cubicBezTo>
                  <a:cubicBezTo>
                    <a:pt x="829" y="197"/>
                    <a:pt x="896" y="194"/>
                    <a:pt x="960" y="187"/>
                  </a:cubicBezTo>
                  <a:cubicBezTo>
                    <a:pt x="1599" y="134"/>
                    <a:pt x="2212" y="54"/>
                    <a:pt x="2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597083" y="2060775"/>
              <a:ext cx="194571" cy="16059"/>
            </a:xfrm>
            <a:custGeom>
              <a:rect b="b" l="l" r="r" t="t"/>
              <a:pathLst>
                <a:path extrusionOk="0" h="198" w="2399">
                  <a:moveTo>
                    <a:pt x="0" y="0"/>
                  </a:moveTo>
                  <a:lnTo>
                    <a:pt x="0" y="0"/>
                  </a:lnTo>
                  <a:cubicBezTo>
                    <a:pt x="213" y="54"/>
                    <a:pt x="773" y="134"/>
                    <a:pt x="1439" y="187"/>
                  </a:cubicBezTo>
                  <a:cubicBezTo>
                    <a:pt x="1510" y="194"/>
                    <a:pt x="1580" y="197"/>
                    <a:pt x="1648" y="197"/>
                  </a:cubicBezTo>
                  <a:cubicBezTo>
                    <a:pt x="1834" y="197"/>
                    <a:pt x="2010" y="173"/>
                    <a:pt x="2185" y="134"/>
                  </a:cubicBezTo>
                  <a:cubicBezTo>
                    <a:pt x="2292" y="107"/>
                    <a:pt x="2345" y="80"/>
                    <a:pt x="2398" y="54"/>
                  </a:cubicBezTo>
                  <a:lnTo>
                    <a:pt x="138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6785085" y="1814376"/>
              <a:ext cx="62775" cy="13058"/>
            </a:xfrm>
            <a:custGeom>
              <a:rect b="b" l="l" r="r" t="t"/>
              <a:pathLst>
                <a:path extrusionOk="0" h="161" w="774">
                  <a:moveTo>
                    <a:pt x="80" y="1"/>
                  </a:moveTo>
                  <a:cubicBezTo>
                    <a:pt x="54" y="1"/>
                    <a:pt x="27" y="1"/>
                    <a:pt x="27" y="27"/>
                  </a:cubicBezTo>
                  <a:cubicBezTo>
                    <a:pt x="0" y="54"/>
                    <a:pt x="27" y="54"/>
                    <a:pt x="54" y="81"/>
                  </a:cubicBezTo>
                  <a:cubicBezTo>
                    <a:pt x="160" y="134"/>
                    <a:pt x="267" y="161"/>
                    <a:pt x="373" y="161"/>
                  </a:cubicBezTo>
                  <a:lnTo>
                    <a:pt x="400" y="161"/>
                  </a:lnTo>
                  <a:cubicBezTo>
                    <a:pt x="533" y="161"/>
                    <a:pt x="640" y="134"/>
                    <a:pt x="746" y="81"/>
                  </a:cubicBezTo>
                  <a:cubicBezTo>
                    <a:pt x="773" y="81"/>
                    <a:pt x="773" y="54"/>
                    <a:pt x="773" y="27"/>
                  </a:cubicBezTo>
                  <a:cubicBezTo>
                    <a:pt x="773" y="1"/>
                    <a:pt x="746" y="1"/>
                    <a:pt x="720" y="1"/>
                  </a:cubicBezTo>
                  <a:cubicBezTo>
                    <a:pt x="613" y="54"/>
                    <a:pt x="507" y="81"/>
                    <a:pt x="373" y="81"/>
                  </a:cubicBezTo>
                  <a:cubicBezTo>
                    <a:pt x="267" y="81"/>
                    <a:pt x="160" y="54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6754832" y="1773904"/>
              <a:ext cx="123280" cy="25467"/>
            </a:xfrm>
            <a:custGeom>
              <a:rect b="b" l="l" r="r" t="t"/>
              <a:pathLst>
                <a:path extrusionOk="0" h="314" w="1520">
                  <a:moveTo>
                    <a:pt x="37" y="0"/>
                  </a:moveTo>
                  <a:cubicBezTo>
                    <a:pt x="27" y="0"/>
                    <a:pt x="14" y="7"/>
                    <a:pt x="0" y="20"/>
                  </a:cubicBezTo>
                  <a:cubicBezTo>
                    <a:pt x="0" y="20"/>
                    <a:pt x="0" y="47"/>
                    <a:pt x="0" y="73"/>
                  </a:cubicBezTo>
                  <a:cubicBezTo>
                    <a:pt x="214" y="207"/>
                    <a:pt x="480" y="287"/>
                    <a:pt x="720" y="287"/>
                  </a:cubicBezTo>
                  <a:lnTo>
                    <a:pt x="826" y="313"/>
                  </a:lnTo>
                  <a:cubicBezTo>
                    <a:pt x="1066" y="287"/>
                    <a:pt x="1306" y="207"/>
                    <a:pt x="1493" y="73"/>
                  </a:cubicBezTo>
                  <a:cubicBezTo>
                    <a:pt x="1519" y="47"/>
                    <a:pt x="1519" y="20"/>
                    <a:pt x="1493" y="20"/>
                  </a:cubicBezTo>
                  <a:cubicBezTo>
                    <a:pt x="1493" y="7"/>
                    <a:pt x="1486" y="0"/>
                    <a:pt x="1476" y="0"/>
                  </a:cubicBezTo>
                  <a:cubicBezTo>
                    <a:pt x="1466" y="0"/>
                    <a:pt x="1453" y="7"/>
                    <a:pt x="1439" y="20"/>
                  </a:cubicBezTo>
                  <a:cubicBezTo>
                    <a:pt x="1226" y="167"/>
                    <a:pt x="986" y="240"/>
                    <a:pt x="746" y="240"/>
                  </a:cubicBezTo>
                  <a:cubicBezTo>
                    <a:pt x="507" y="240"/>
                    <a:pt x="267" y="167"/>
                    <a:pt x="54" y="20"/>
                  </a:cubicBezTo>
                  <a:cubicBezTo>
                    <a:pt x="54" y="7"/>
                    <a:pt x="47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6776406" y="1784123"/>
              <a:ext cx="75752" cy="17356"/>
            </a:xfrm>
            <a:custGeom>
              <a:rect b="b" l="l" r="r" t="t"/>
              <a:pathLst>
                <a:path extrusionOk="0" h="214" w="934">
                  <a:moveTo>
                    <a:pt x="454" y="1"/>
                  </a:moveTo>
                  <a:cubicBezTo>
                    <a:pt x="294" y="1"/>
                    <a:pt x="161" y="27"/>
                    <a:pt x="1" y="81"/>
                  </a:cubicBezTo>
                  <a:cubicBezTo>
                    <a:pt x="134" y="161"/>
                    <a:pt x="294" y="214"/>
                    <a:pt x="454" y="214"/>
                  </a:cubicBezTo>
                  <a:cubicBezTo>
                    <a:pt x="614" y="214"/>
                    <a:pt x="774" y="161"/>
                    <a:pt x="933" y="81"/>
                  </a:cubicBezTo>
                  <a:cubicBezTo>
                    <a:pt x="774" y="27"/>
                    <a:pt x="614" y="1"/>
                    <a:pt x="4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6772108" y="1766848"/>
              <a:ext cx="84349" cy="27008"/>
            </a:xfrm>
            <a:custGeom>
              <a:rect b="b" l="l" r="r" t="t"/>
              <a:pathLst>
                <a:path extrusionOk="0" h="333" w="1040">
                  <a:moveTo>
                    <a:pt x="507" y="1"/>
                  </a:moveTo>
                  <a:cubicBezTo>
                    <a:pt x="427" y="1"/>
                    <a:pt x="347" y="1"/>
                    <a:pt x="294" y="27"/>
                  </a:cubicBezTo>
                  <a:cubicBezTo>
                    <a:pt x="160" y="81"/>
                    <a:pt x="54" y="160"/>
                    <a:pt x="1" y="267"/>
                  </a:cubicBezTo>
                  <a:cubicBezTo>
                    <a:pt x="27" y="294"/>
                    <a:pt x="54" y="294"/>
                    <a:pt x="80" y="320"/>
                  </a:cubicBezTo>
                  <a:cubicBezTo>
                    <a:pt x="107" y="328"/>
                    <a:pt x="132" y="331"/>
                    <a:pt x="155" y="331"/>
                  </a:cubicBezTo>
                  <a:cubicBezTo>
                    <a:pt x="280" y="331"/>
                    <a:pt x="362" y="237"/>
                    <a:pt x="513" y="237"/>
                  </a:cubicBezTo>
                  <a:cubicBezTo>
                    <a:pt x="528" y="237"/>
                    <a:pt x="543" y="238"/>
                    <a:pt x="560" y="240"/>
                  </a:cubicBezTo>
                  <a:cubicBezTo>
                    <a:pt x="716" y="240"/>
                    <a:pt x="815" y="333"/>
                    <a:pt x="922" y="333"/>
                  </a:cubicBezTo>
                  <a:cubicBezTo>
                    <a:pt x="943" y="333"/>
                    <a:pt x="964" y="329"/>
                    <a:pt x="986" y="320"/>
                  </a:cubicBezTo>
                  <a:cubicBezTo>
                    <a:pt x="1013" y="320"/>
                    <a:pt x="1013" y="294"/>
                    <a:pt x="1040" y="294"/>
                  </a:cubicBezTo>
                  <a:cubicBezTo>
                    <a:pt x="1013" y="214"/>
                    <a:pt x="960" y="160"/>
                    <a:pt x="906" y="107"/>
                  </a:cubicBezTo>
                  <a:cubicBezTo>
                    <a:pt x="800" y="27"/>
                    <a:pt x="667" y="1"/>
                    <a:pt x="507" y="1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6711603" y="1643324"/>
              <a:ext cx="43310" cy="37146"/>
            </a:xfrm>
            <a:custGeom>
              <a:rect b="b" l="l" r="r" t="t"/>
              <a:pathLst>
                <a:path extrusionOk="0" h="458" w="534">
                  <a:moveTo>
                    <a:pt x="308" y="1"/>
                  </a:moveTo>
                  <a:cubicBezTo>
                    <a:pt x="294" y="1"/>
                    <a:pt x="281" y="2"/>
                    <a:pt x="267" y="5"/>
                  </a:cubicBezTo>
                  <a:cubicBezTo>
                    <a:pt x="134" y="5"/>
                    <a:pt x="0" y="85"/>
                    <a:pt x="0" y="245"/>
                  </a:cubicBezTo>
                  <a:cubicBezTo>
                    <a:pt x="0" y="351"/>
                    <a:pt x="134" y="458"/>
                    <a:pt x="267" y="458"/>
                  </a:cubicBezTo>
                  <a:cubicBezTo>
                    <a:pt x="400" y="458"/>
                    <a:pt x="507" y="351"/>
                    <a:pt x="533" y="218"/>
                  </a:cubicBezTo>
                  <a:cubicBezTo>
                    <a:pt x="509" y="99"/>
                    <a:pt x="422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6679161" y="1628887"/>
              <a:ext cx="88729" cy="43148"/>
            </a:xfrm>
            <a:custGeom>
              <a:rect b="b" l="l" r="r" t="t"/>
              <a:pathLst>
                <a:path extrusionOk="0" h="532" w="1094">
                  <a:moveTo>
                    <a:pt x="615" y="0"/>
                  </a:moveTo>
                  <a:cubicBezTo>
                    <a:pt x="355" y="0"/>
                    <a:pt x="108" y="132"/>
                    <a:pt x="1" y="369"/>
                  </a:cubicBezTo>
                  <a:cubicBezTo>
                    <a:pt x="148" y="259"/>
                    <a:pt x="333" y="199"/>
                    <a:pt x="522" y="199"/>
                  </a:cubicBezTo>
                  <a:cubicBezTo>
                    <a:pt x="606" y="199"/>
                    <a:pt x="691" y="211"/>
                    <a:pt x="773" y="236"/>
                  </a:cubicBezTo>
                  <a:cubicBezTo>
                    <a:pt x="974" y="336"/>
                    <a:pt x="1057" y="531"/>
                    <a:pt x="1088" y="531"/>
                  </a:cubicBezTo>
                  <a:cubicBezTo>
                    <a:pt x="1090" y="531"/>
                    <a:pt x="1092" y="531"/>
                    <a:pt x="1093" y="529"/>
                  </a:cubicBezTo>
                  <a:cubicBezTo>
                    <a:pt x="1093" y="316"/>
                    <a:pt x="987" y="129"/>
                    <a:pt x="800" y="23"/>
                  </a:cubicBezTo>
                  <a:cubicBezTo>
                    <a:pt x="739" y="8"/>
                    <a:pt x="676" y="0"/>
                    <a:pt x="615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6673322" y="1641377"/>
              <a:ext cx="98867" cy="32604"/>
            </a:xfrm>
            <a:custGeom>
              <a:rect b="b" l="l" r="r" t="t"/>
              <a:pathLst>
                <a:path extrusionOk="0" h="402" w="1219">
                  <a:moveTo>
                    <a:pt x="555" y="1"/>
                  </a:moveTo>
                  <a:cubicBezTo>
                    <a:pt x="370" y="1"/>
                    <a:pt x="189" y="61"/>
                    <a:pt x="46" y="189"/>
                  </a:cubicBezTo>
                  <a:cubicBezTo>
                    <a:pt x="0" y="212"/>
                    <a:pt x="33" y="274"/>
                    <a:pt x="77" y="274"/>
                  </a:cubicBezTo>
                  <a:cubicBezTo>
                    <a:pt x="85" y="274"/>
                    <a:pt x="92" y="272"/>
                    <a:pt x="99" y="269"/>
                  </a:cubicBezTo>
                  <a:cubicBezTo>
                    <a:pt x="232" y="152"/>
                    <a:pt x="406" y="88"/>
                    <a:pt x="583" y="88"/>
                  </a:cubicBezTo>
                  <a:cubicBezTo>
                    <a:pt x="690" y="88"/>
                    <a:pt x="798" y="112"/>
                    <a:pt x="899" y="162"/>
                  </a:cubicBezTo>
                  <a:cubicBezTo>
                    <a:pt x="979" y="215"/>
                    <a:pt x="1059" y="295"/>
                    <a:pt x="1139" y="375"/>
                  </a:cubicBezTo>
                  <a:cubicBezTo>
                    <a:pt x="1139" y="402"/>
                    <a:pt x="1139" y="402"/>
                    <a:pt x="1165" y="402"/>
                  </a:cubicBezTo>
                  <a:lnTo>
                    <a:pt x="1192" y="402"/>
                  </a:lnTo>
                  <a:cubicBezTo>
                    <a:pt x="1219" y="375"/>
                    <a:pt x="1219" y="349"/>
                    <a:pt x="1192" y="349"/>
                  </a:cubicBezTo>
                  <a:cubicBezTo>
                    <a:pt x="1139" y="242"/>
                    <a:pt x="1032" y="135"/>
                    <a:pt x="925" y="82"/>
                  </a:cubicBezTo>
                  <a:cubicBezTo>
                    <a:pt x="807" y="28"/>
                    <a:pt x="680" y="1"/>
                    <a:pt x="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869353" y="1643324"/>
              <a:ext cx="41120" cy="37146"/>
            </a:xfrm>
            <a:custGeom>
              <a:rect b="b" l="l" r="r" t="t"/>
              <a:pathLst>
                <a:path extrusionOk="0" h="458" w="507">
                  <a:moveTo>
                    <a:pt x="200" y="1"/>
                  </a:moveTo>
                  <a:cubicBezTo>
                    <a:pt x="86" y="1"/>
                    <a:pt x="1" y="99"/>
                    <a:pt x="1" y="218"/>
                  </a:cubicBezTo>
                  <a:cubicBezTo>
                    <a:pt x="1" y="351"/>
                    <a:pt x="107" y="458"/>
                    <a:pt x="240" y="458"/>
                  </a:cubicBezTo>
                  <a:cubicBezTo>
                    <a:pt x="374" y="458"/>
                    <a:pt x="507" y="351"/>
                    <a:pt x="507" y="245"/>
                  </a:cubicBezTo>
                  <a:cubicBezTo>
                    <a:pt x="507" y="85"/>
                    <a:pt x="374" y="5"/>
                    <a:pt x="240" y="5"/>
                  </a:cubicBezTo>
                  <a:cubicBezTo>
                    <a:pt x="226" y="2"/>
                    <a:pt x="21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6854267" y="1628887"/>
              <a:ext cx="90838" cy="43148"/>
            </a:xfrm>
            <a:custGeom>
              <a:rect b="b" l="l" r="r" t="t"/>
              <a:pathLst>
                <a:path extrusionOk="0" h="532" w="1120">
                  <a:moveTo>
                    <a:pt x="479" y="0"/>
                  </a:moveTo>
                  <a:cubicBezTo>
                    <a:pt x="417" y="0"/>
                    <a:pt x="355" y="8"/>
                    <a:pt x="293" y="23"/>
                  </a:cubicBezTo>
                  <a:cubicBezTo>
                    <a:pt x="107" y="129"/>
                    <a:pt x="0" y="316"/>
                    <a:pt x="0" y="529"/>
                  </a:cubicBezTo>
                  <a:cubicBezTo>
                    <a:pt x="3" y="531"/>
                    <a:pt x="6" y="531"/>
                    <a:pt x="10" y="531"/>
                  </a:cubicBezTo>
                  <a:cubicBezTo>
                    <a:pt x="63" y="531"/>
                    <a:pt x="144" y="336"/>
                    <a:pt x="320" y="236"/>
                  </a:cubicBezTo>
                  <a:cubicBezTo>
                    <a:pt x="402" y="211"/>
                    <a:pt x="487" y="199"/>
                    <a:pt x="573" y="199"/>
                  </a:cubicBezTo>
                  <a:cubicBezTo>
                    <a:pt x="763" y="199"/>
                    <a:pt x="954" y="259"/>
                    <a:pt x="1119" y="369"/>
                  </a:cubicBezTo>
                  <a:cubicBezTo>
                    <a:pt x="990" y="132"/>
                    <a:pt x="739" y="0"/>
                    <a:pt x="479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6852078" y="1642026"/>
              <a:ext cx="98867" cy="31955"/>
            </a:xfrm>
            <a:custGeom>
              <a:rect b="b" l="l" r="r" t="t"/>
              <a:pathLst>
                <a:path extrusionOk="0" h="394" w="1219">
                  <a:moveTo>
                    <a:pt x="614" y="0"/>
                  </a:moveTo>
                  <a:cubicBezTo>
                    <a:pt x="496" y="0"/>
                    <a:pt x="378" y="24"/>
                    <a:pt x="267" y="74"/>
                  </a:cubicBezTo>
                  <a:cubicBezTo>
                    <a:pt x="160" y="154"/>
                    <a:pt x="80" y="234"/>
                    <a:pt x="0" y="341"/>
                  </a:cubicBezTo>
                  <a:cubicBezTo>
                    <a:pt x="0" y="367"/>
                    <a:pt x="0" y="367"/>
                    <a:pt x="0" y="394"/>
                  </a:cubicBezTo>
                  <a:lnTo>
                    <a:pt x="27" y="394"/>
                  </a:lnTo>
                  <a:cubicBezTo>
                    <a:pt x="54" y="394"/>
                    <a:pt x="80" y="394"/>
                    <a:pt x="80" y="367"/>
                  </a:cubicBezTo>
                  <a:cubicBezTo>
                    <a:pt x="134" y="287"/>
                    <a:pt x="214" y="207"/>
                    <a:pt x="320" y="154"/>
                  </a:cubicBezTo>
                  <a:cubicBezTo>
                    <a:pt x="421" y="104"/>
                    <a:pt x="529" y="80"/>
                    <a:pt x="636" y="80"/>
                  </a:cubicBezTo>
                  <a:cubicBezTo>
                    <a:pt x="813" y="80"/>
                    <a:pt x="987" y="144"/>
                    <a:pt x="1120" y="261"/>
                  </a:cubicBezTo>
                  <a:cubicBezTo>
                    <a:pt x="1127" y="264"/>
                    <a:pt x="1134" y="266"/>
                    <a:pt x="1142" y="266"/>
                  </a:cubicBezTo>
                  <a:cubicBezTo>
                    <a:pt x="1186" y="266"/>
                    <a:pt x="1219" y="204"/>
                    <a:pt x="1173" y="181"/>
                  </a:cubicBezTo>
                  <a:cubicBezTo>
                    <a:pt x="1007" y="65"/>
                    <a:pt x="810" y="0"/>
                    <a:pt x="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6847779" y="1588739"/>
              <a:ext cx="108113" cy="29117"/>
            </a:xfrm>
            <a:custGeom>
              <a:rect b="b" l="l" r="r" t="t"/>
              <a:pathLst>
                <a:path extrusionOk="0" h="359" w="1333">
                  <a:moveTo>
                    <a:pt x="721" y="1"/>
                  </a:moveTo>
                  <a:cubicBezTo>
                    <a:pt x="678" y="1"/>
                    <a:pt x="633" y="4"/>
                    <a:pt x="586" y="12"/>
                  </a:cubicBezTo>
                  <a:cubicBezTo>
                    <a:pt x="480" y="12"/>
                    <a:pt x="320" y="38"/>
                    <a:pt x="107" y="38"/>
                  </a:cubicBezTo>
                  <a:cubicBezTo>
                    <a:pt x="53" y="92"/>
                    <a:pt x="27" y="172"/>
                    <a:pt x="27" y="251"/>
                  </a:cubicBezTo>
                  <a:cubicBezTo>
                    <a:pt x="0" y="278"/>
                    <a:pt x="0" y="331"/>
                    <a:pt x="27" y="358"/>
                  </a:cubicBezTo>
                  <a:cubicBezTo>
                    <a:pt x="213" y="305"/>
                    <a:pt x="400" y="251"/>
                    <a:pt x="613" y="251"/>
                  </a:cubicBezTo>
                  <a:cubicBezTo>
                    <a:pt x="712" y="240"/>
                    <a:pt x="812" y="234"/>
                    <a:pt x="911" y="234"/>
                  </a:cubicBezTo>
                  <a:cubicBezTo>
                    <a:pt x="1051" y="234"/>
                    <a:pt x="1192" y="247"/>
                    <a:pt x="1332" y="278"/>
                  </a:cubicBezTo>
                  <a:cubicBezTo>
                    <a:pt x="1252" y="172"/>
                    <a:pt x="1146" y="92"/>
                    <a:pt x="1013" y="38"/>
                  </a:cubicBezTo>
                  <a:cubicBezTo>
                    <a:pt x="918" y="19"/>
                    <a:pt x="824" y="1"/>
                    <a:pt x="721" y="1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6843399" y="1589631"/>
              <a:ext cx="8759" cy="28225"/>
            </a:xfrm>
            <a:custGeom>
              <a:rect b="b" l="l" r="r" t="t"/>
              <a:pathLst>
                <a:path extrusionOk="0" h="348" w="108">
                  <a:moveTo>
                    <a:pt x="107" y="1"/>
                  </a:moveTo>
                  <a:lnTo>
                    <a:pt x="54" y="27"/>
                  </a:lnTo>
                  <a:cubicBezTo>
                    <a:pt x="54" y="54"/>
                    <a:pt x="27" y="107"/>
                    <a:pt x="27" y="161"/>
                  </a:cubicBezTo>
                  <a:cubicBezTo>
                    <a:pt x="1" y="214"/>
                    <a:pt x="1" y="294"/>
                    <a:pt x="27" y="347"/>
                  </a:cubicBezTo>
                  <a:cubicBezTo>
                    <a:pt x="27" y="294"/>
                    <a:pt x="54" y="267"/>
                    <a:pt x="54" y="214"/>
                  </a:cubicBezTo>
                  <a:cubicBezTo>
                    <a:pt x="54" y="134"/>
                    <a:pt x="81" y="81"/>
                    <a:pt x="107" y="27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6677053" y="1588739"/>
              <a:ext cx="105923" cy="29117"/>
            </a:xfrm>
            <a:custGeom>
              <a:rect b="b" l="l" r="r" t="t"/>
              <a:pathLst>
                <a:path extrusionOk="0" h="359" w="1306">
                  <a:moveTo>
                    <a:pt x="597" y="1"/>
                  </a:moveTo>
                  <a:cubicBezTo>
                    <a:pt x="495" y="1"/>
                    <a:pt x="387" y="19"/>
                    <a:pt x="293" y="38"/>
                  </a:cubicBezTo>
                  <a:cubicBezTo>
                    <a:pt x="187" y="92"/>
                    <a:pt x="80" y="172"/>
                    <a:pt x="0" y="278"/>
                  </a:cubicBezTo>
                  <a:cubicBezTo>
                    <a:pt x="141" y="247"/>
                    <a:pt x="281" y="234"/>
                    <a:pt x="422" y="234"/>
                  </a:cubicBezTo>
                  <a:cubicBezTo>
                    <a:pt x="521" y="234"/>
                    <a:pt x="620" y="240"/>
                    <a:pt x="720" y="251"/>
                  </a:cubicBezTo>
                  <a:cubicBezTo>
                    <a:pt x="906" y="251"/>
                    <a:pt x="1119" y="305"/>
                    <a:pt x="1306" y="358"/>
                  </a:cubicBezTo>
                  <a:cubicBezTo>
                    <a:pt x="1306" y="331"/>
                    <a:pt x="1306" y="278"/>
                    <a:pt x="1306" y="251"/>
                  </a:cubicBezTo>
                  <a:cubicBezTo>
                    <a:pt x="1306" y="172"/>
                    <a:pt x="1252" y="92"/>
                    <a:pt x="1199" y="38"/>
                  </a:cubicBezTo>
                  <a:cubicBezTo>
                    <a:pt x="1013" y="38"/>
                    <a:pt x="853" y="12"/>
                    <a:pt x="720" y="12"/>
                  </a:cubicBezTo>
                  <a:cubicBezTo>
                    <a:pt x="681" y="4"/>
                    <a:pt x="639" y="1"/>
                    <a:pt x="597" y="1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778596" y="1589631"/>
              <a:ext cx="10868" cy="28225"/>
            </a:xfrm>
            <a:custGeom>
              <a:rect b="b" l="l" r="r" t="t"/>
              <a:pathLst>
                <a:path extrusionOk="0" h="348" w="134">
                  <a:moveTo>
                    <a:pt x="0" y="1"/>
                  </a:moveTo>
                  <a:lnTo>
                    <a:pt x="27" y="27"/>
                  </a:lnTo>
                  <a:cubicBezTo>
                    <a:pt x="54" y="81"/>
                    <a:pt x="54" y="134"/>
                    <a:pt x="54" y="214"/>
                  </a:cubicBezTo>
                  <a:cubicBezTo>
                    <a:pt x="80" y="267"/>
                    <a:pt x="80" y="294"/>
                    <a:pt x="107" y="347"/>
                  </a:cubicBezTo>
                  <a:cubicBezTo>
                    <a:pt x="134" y="294"/>
                    <a:pt x="134" y="214"/>
                    <a:pt x="107" y="161"/>
                  </a:cubicBezTo>
                  <a:cubicBezTo>
                    <a:pt x="107" y="107"/>
                    <a:pt x="80" y="54"/>
                    <a:pt x="54" y="2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6791573" y="1801967"/>
              <a:ext cx="49798" cy="12490"/>
            </a:xfrm>
            <a:custGeom>
              <a:rect b="b" l="l" r="r" t="t"/>
              <a:pathLst>
                <a:path extrusionOk="0" h="154" w="614">
                  <a:moveTo>
                    <a:pt x="533" y="1"/>
                  </a:moveTo>
                  <a:cubicBezTo>
                    <a:pt x="480" y="1"/>
                    <a:pt x="400" y="7"/>
                    <a:pt x="293" y="21"/>
                  </a:cubicBezTo>
                  <a:cubicBezTo>
                    <a:pt x="0" y="21"/>
                    <a:pt x="27" y="21"/>
                    <a:pt x="0" y="47"/>
                  </a:cubicBezTo>
                  <a:cubicBezTo>
                    <a:pt x="0" y="74"/>
                    <a:pt x="107" y="154"/>
                    <a:pt x="293" y="154"/>
                  </a:cubicBezTo>
                  <a:cubicBezTo>
                    <a:pt x="480" y="154"/>
                    <a:pt x="613" y="47"/>
                    <a:pt x="613" y="21"/>
                  </a:cubicBezTo>
                  <a:cubicBezTo>
                    <a:pt x="613" y="7"/>
                    <a:pt x="587" y="1"/>
                    <a:pt x="533" y="1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6430655" y="1987294"/>
              <a:ext cx="773742" cy="324258"/>
            </a:xfrm>
            <a:custGeom>
              <a:rect b="b" l="l" r="r" t="t"/>
              <a:pathLst>
                <a:path extrusionOk="0" h="3998" w="9540">
                  <a:moveTo>
                    <a:pt x="6449" y="0"/>
                  </a:moveTo>
                  <a:cubicBezTo>
                    <a:pt x="6316" y="373"/>
                    <a:pt x="6049" y="720"/>
                    <a:pt x="5703" y="933"/>
                  </a:cubicBezTo>
                  <a:cubicBezTo>
                    <a:pt x="5623" y="986"/>
                    <a:pt x="5569" y="1040"/>
                    <a:pt x="5490" y="1066"/>
                  </a:cubicBezTo>
                  <a:cubicBezTo>
                    <a:pt x="5234" y="1182"/>
                    <a:pt x="4979" y="1258"/>
                    <a:pt x="4724" y="1258"/>
                  </a:cubicBezTo>
                  <a:cubicBezTo>
                    <a:pt x="4686" y="1258"/>
                    <a:pt x="4648" y="1256"/>
                    <a:pt x="4610" y="1253"/>
                  </a:cubicBezTo>
                  <a:cubicBezTo>
                    <a:pt x="4370" y="1226"/>
                    <a:pt x="4157" y="1173"/>
                    <a:pt x="3944" y="1066"/>
                  </a:cubicBezTo>
                  <a:cubicBezTo>
                    <a:pt x="3864" y="1040"/>
                    <a:pt x="3784" y="986"/>
                    <a:pt x="3704" y="933"/>
                  </a:cubicBezTo>
                  <a:cubicBezTo>
                    <a:pt x="3358" y="720"/>
                    <a:pt x="3118" y="400"/>
                    <a:pt x="2985" y="27"/>
                  </a:cubicBezTo>
                  <a:cubicBezTo>
                    <a:pt x="2772" y="80"/>
                    <a:pt x="2505" y="187"/>
                    <a:pt x="2106" y="294"/>
                  </a:cubicBezTo>
                  <a:cubicBezTo>
                    <a:pt x="1732" y="347"/>
                    <a:pt x="1359" y="453"/>
                    <a:pt x="986" y="613"/>
                  </a:cubicBezTo>
                  <a:cubicBezTo>
                    <a:pt x="693" y="773"/>
                    <a:pt x="453" y="986"/>
                    <a:pt x="267" y="1226"/>
                  </a:cubicBezTo>
                  <a:cubicBezTo>
                    <a:pt x="134" y="1386"/>
                    <a:pt x="54" y="1546"/>
                    <a:pt x="0" y="1732"/>
                  </a:cubicBezTo>
                  <a:cubicBezTo>
                    <a:pt x="27" y="1786"/>
                    <a:pt x="27" y="1786"/>
                    <a:pt x="80" y="1866"/>
                  </a:cubicBezTo>
                  <a:cubicBezTo>
                    <a:pt x="134" y="1946"/>
                    <a:pt x="214" y="1999"/>
                    <a:pt x="267" y="2079"/>
                  </a:cubicBezTo>
                  <a:cubicBezTo>
                    <a:pt x="267" y="2079"/>
                    <a:pt x="294" y="2105"/>
                    <a:pt x="320" y="2105"/>
                  </a:cubicBezTo>
                  <a:cubicBezTo>
                    <a:pt x="1359" y="3251"/>
                    <a:pt x="2825" y="3944"/>
                    <a:pt x="4397" y="3997"/>
                  </a:cubicBezTo>
                  <a:lnTo>
                    <a:pt x="4690" y="3997"/>
                  </a:lnTo>
                  <a:cubicBezTo>
                    <a:pt x="4930" y="3997"/>
                    <a:pt x="5170" y="3997"/>
                    <a:pt x="5410" y="3971"/>
                  </a:cubicBezTo>
                  <a:cubicBezTo>
                    <a:pt x="6769" y="3811"/>
                    <a:pt x="8074" y="3171"/>
                    <a:pt x="9033" y="2159"/>
                  </a:cubicBezTo>
                  <a:cubicBezTo>
                    <a:pt x="9140" y="2026"/>
                    <a:pt x="9247" y="1892"/>
                    <a:pt x="9353" y="1759"/>
                  </a:cubicBezTo>
                  <a:cubicBezTo>
                    <a:pt x="9380" y="1759"/>
                    <a:pt x="9406" y="1732"/>
                    <a:pt x="9406" y="1706"/>
                  </a:cubicBezTo>
                  <a:cubicBezTo>
                    <a:pt x="9460" y="1626"/>
                    <a:pt x="9513" y="1573"/>
                    <a:pt x="9540" y="1519"/>
                  </a:cubicBezTo>
                  <a:cubicBezTo>
                    <a:pt x="9433" y="1173"/>
                    <a:pt x="9220" y="880"/>
                    <a:pt x="8927" y="693"/>
                  </a:cubicBezTo>
                  <a:cubicBezTo>
                    <a:pt x="8501" y="427"/>
                    <a:pt x="8261" y="560"/>
                    <a:pt x="7595" y="427"/>
                  </a:cubicBezTo>
                  <a:cubicBezTo>
                    <a:pt x="7195" y="320"/>
                    <a:pt x="6795" y="187"/>
                    <a:pt x="64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6694328" y="1427582"/>
              <a:ext cx="289626" cy="112412"/>
            </a:xfrm>
            <a:custGeom>
              <a:rect b="b" l="l" r="r" t="t"/>
              <a:pathLst>
                <a:path extrusionOk="0" h="1386" w="3571">
                  <a:moveTo>
                    <a:pt x="1786" y="0"/>
                  </a:moveTo>
                  <a:cubicBezTo>
                    <a:pt x="800" y="0"/>
                    <a:pt x="0" y="320"/>
                    <a:pt x="0" y="693"/>
                  </a:cubicBezTo>
                  <a:cubicBezTo>
                    <a:pt x="0" y="1093"/>
                    <a:pt x="800" y="1386"/>
                    <a:pt x="1786" y="1386"/>
                  </a:cubicBezTo>
                  <a:cubicBezTo>
                    <a:pt x="2771" y="1386"/>
                    <a:pt x="3571" y="1093"/>
                    <a:pt x="3571" y="693"/>
                  </a:cubicBezTo>
                  <a:cubicBezTo>
                    <a:pt x="3571" y="320"/>
                    <a:pt x="2771" y="0"/>
                    <a:pt x="1786" y="0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6622956" y="1461160"/>
              <a:ext cx="138446" cy="163345"/>
            </a:xfrm>
            <a:custGeom>
              <a:rect b="b" l="l" r="r" t="t"/>
              <a:pathLst>
                <a:path extrusionOk="0" h="2014" w="1707">
                  <a:moveTo>
                    <a:pt x="1532" y="1"/>
                  </a:moveTo>
                  <a:cubicBezTo>
                    <a:pt x="1192" y="1"/>
                    <a:pt x="860" y="131"/>
                    <a:pt x="587" y="359"/>
                  </a:cubicBezTo>
                  <a:cubicBezTo>
                    <a:pt x="134" y="785"/>
                    <a:pt x="1" y="1611"/>
                    <a:pt x="321" y="1904"/>
                  </a:cubicBezTo>
                  <a:cubicBezTo>
                    <a:pt x="374" y="1958"/>
                    <a:pt x="454" y="2011"/>
                    <a:pt x="534" y="2011"/>
                  </a:cubicBezTo>
                  <a:cubicBezTo>
                    <a:pt x="547" y="2013"/>
                    <a:pt x="560" y="2014"/>
                    <a:pt x="573" y="2014"/>
                  </a:cubicBezTo>
                  <a:cubicBezTo>
                    <a:pt x="1068" y="2014"/>
                    <a:pt x="1601" y="569"/>
                    <a:pt x="1653" y="466"/>
                  </a:cubicBezTo>
                  <a:lnTo>
                    <a:pt x="1706" y="13"/>
                  </a:lnTo>
                  <a:cubicBezTo>
                    <a:pt x="1648" y="5"/>
                    <a:pt x="1590" y="1"/>
                    <a:pt x="1532" y="1"/>
                  </a:cubicBez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6940644" y="1492385"/>
              <a:ext cx="64965" cy="157830"/>
            </a:xfrm>
            <a:custGeom>
              <a:rect b="b" l="l" r="r" t="t"/>
              <a:pathLst>
                <a:path extrusionOk="0" h="1946" w="801">
                  <a:moveTo>
                    <a:pt x="294" y="1"/>
                  </a:moveTo>
                  <a:lnTo>
                    <a:pt x="1" y="400"/>
                  </a:lnTo>
                  <a:cubicBezTo>
                    <a:pt x="187" y="1679"/>
                    <a:pt x="347" y="1946"/>
                    <a:pt x="481" y="1946"/>
                  </a:cubicBezTo>
                  <a:cubicBezTo>
                    <a:pt x="587" y="1946"/>
                    <a:pt x="747" y="1546"/>
                    <a:pt x="774" y="1280"/>
                  </a:cubicBezTo>
                  <a:cubicBezTo>
                    <a:pt x="800" y="800"/>
                    <a:pt x="640" y="347"/>
                    <a:pt x="294" y="1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6011497" y="2503775"/>
              <a:ext cx="1458740" cy="418505"/>
            </a:xfrm>
            <a:custGeom>
              <a:rect b="b" l="l" r="r" t="t"/>
              <a:pathLst>
                <a:path extrusionOk="0" h="3945" w="13751">
                  <a:moveTo>
                    <a:pt x="614" y="1"/>
                  </a:moveTo>
                  <a:cubicBezTo>
                    <a:pt x="267" y="1"/>
                    <a:pt x="1" y="267"/>
                    <a:pt x="1" y="587"/>
                  </a:cubicBezTo>
                  <a:lnTo>
                    <a:pt x="1" y="3358"/>
                  </a:lnTo>
                  <a:cubicBezTo>
                    <a:pt x="1" y="3678"/>
                    <a:pt x="267" y="3944"/>
                    <a:pt x="614" y="3944"/>
                  </a:cubicBezTo>
                  <a:lnTo>
                    <a:pt x="13137" y="3944"/>
                  </a:lnTo>
                  <a:cubicBezTo>
                    <a:pt x="13484" y="3944"/>
                    <a:pt x="13750" y="3678"/>
                    <a:pt x="13750" y="3358"/>
                  </a:cubicBezTo>
                  <a:lnTo>
                    <a:pt x="13750" y="587"/>
                  </a:lnTo>
                  <a:cubicBezTo>
                    <a:pt x="13750" y="267"/>
                    <a:pt x="13484" y="1"/>
                    <a:pt x="13137" y="1"/>
                  </a:cubicBezTo>
                  <a:close/>
                </a:path>
              </a:pathLst>
            </a:custGeom>
            <a:solidFill>
              <a:srgbClr val="FFC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7099806" y="2860016"/>
              <a:ext cx="226274" cy="240389"/>
            </a:xfrm>
            <a:custGeom>
              <a:rect b="b" l="l" r="r" t="t"/>
              <a:pathLst>
                <a:path extrusionOk="0" h="2266" w="2133">
                  <a:moveTo>
                    <a:pt x="1" y="0"/>
                  </a:moveTo>
                  <a:lnTo>
                    <a:pt x="2132" y="2265"/>
                  </a:lnTo>
                  <a:cubicBezTo>
                    <a:pt x="2079" y="1572"/>
                    <a:pt x="1999" y="853"/>
                    <a:pt x="1919" y="16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7444226" y="1829543"/>
              <a:ext cx="1113004" cy="319878"/>
            </a:xfrm>
            <a:custGeom>
              <a:rect b="b" l="l" r="r" t="t"/>
              <a:pathLst>
                <a:path extrusionOk="0" h="3944" w="13723">
                  <a:moveTo>
                    <a:pt x="587" y="0"/>
                  </a:moveTo>
                  <a:cubicBezTo>
                    <a:pt x="267" y="0"/>
                    <a:pt x="0" y="267"/>
                    <a:pt x="0" y="587"/>
                  </a:cubicBezTo>
                  <a:lnTo>
                    <a:pt x="0" y="3358"/>
                  </a:lnTo>
                  <a:cubicBezTo>
                    <a:pt x="0" y="3677"/>
                    <a:pt x="267" y="3944"/>
                    <a:pt x="587" y="3944"/>
                  </a:cubicBezTo>
                  <a:lnTo>
                    <a:pt x="13137" y="3944"/>
                  </a:lnTo>
                  <a:cubicBezTo>
                    <a:pt x="13457" y="3944"/>
                    <a:pt x="13723" y="3677"/>
                    <a:pt x="13723" y="3358"/>
                  </a:cubicBezTo>
                  <a:lnTo>
                    <a:pt x="13723" y="587"/>
                  </a:lnTo>
                  <a:cubicBezTo>
                    <a:pt x="13723" y="267"/>
                    <a:pt x="13457" y="0"/>
                    <a:pt x="13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7552258" y="2101815"/>
              <a:ext cx="175106" cy="183784"/>
            </a:xfrm>
            <a:custGeom>
              <a:rect b="b" l="l" r="r" t="t"/>
              <a:pathLst>
                <a:path extrusionOk="0" h="2266" w="2159">
                  <a:moveTo>
                    <a:pt x="2159" y="1"/>
                  </a:moveTo>
                  <a:lnTo>
                    <a:pt x="214" y="161"/>
                  </a:lnTo>
                  <a:cubicBezTo>
                    <a:pt x="161" y="853"/>
                    <a:pt x="81" y="1573"/>
                    <a:pt x="1" y="2266"/>
                  </a:cubicBezTo>
                  <a:lnTo>
                    <a:pt x="21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6616548" y="3247192"/>
              <a:ext cx="858010" cy="319959"/>
            </a:xfrm>
            <a:custGeom>
              <a:rect b="b" l="l" r="r" t="t"/>
              <a:pathLst>
                <a:path extrusionOk="0" h="3945" w="10579">
                  <a:moveTo>
                    <a:pt x="586" y="1"/>
                  </a:moveTo>
                  <a:cubicBezTo>
                    <a:pt x="266" y="1"/>
                    <a:pt x="0" y="267"/>
                    <a:pt x="0" y="587"/>
                  </a:cubicBezTo>
                  <a:lnTo>
                    <a:pt x="0" y="3358"/>
                  </a:lnTo>
                  <a:cubicBezTo>
                    <a:pt x="0" y="3678"/>
                    <a:pt x="266" y="3944"/>
                    <a:pt x="586" y="3944"/>
                  </a:cubicBezTo>
                  <a:lnTo>
                    <a:pt x="9966" y="3944"/>
                  </a:lnTo>
                  <a:cubicBezTo>
                    <a:pt x="10312" y="3944"/>
                    <a:pt x="10578" y="3678"/>
                    <a:pt x="10578" y="3358"/>
                  </a:cubicBezTo>
                  <a:lnTo>
                    <a:pt x="10578" y="587"/>
                  </a:lnTo>
                  <a:cubicBezTo>
                    <a:pt x="10578" y="267"/>
                    <a:pt x="10312" y="1"/>
                    <a:pt x="9966" y="1"/>
                  </a:cubicBezTo>
                  <a:close/>
                </a:path>
              </a:pathLst>
            </a:custGeom>
            <a:solidFill>
              <a:srgbClr val="3F5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6724580" y="3519546"/>
              <a:ext cx="175106" cy="183784"/>
            </a:xfrm>
            <a:custGeom>
              <a:rect b="b" l="l" r="r" t="t"/>
              <a:pathLst>
                <a:path extrusionOk="0" h="2266" w="2159">
                  <a:moveTo>
                    <a:pt x="2159" y="0"/>
                  </a:moveTo>
                  <a:lnTo>
                    <a:pt x="213" y="160"/>
                  </a:lnTo>
                  <a:cubicBezTo>
                    <a:pt x="134" y="880"/>
                    <a:pt x="80" y="1572"/>
                    <a:pt x="0" y="2265"/>
                  </a:cubicBezTo>
                  <a:lnTo>
                    <a:pt x="21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7539281" y="1205271"/>
              <a:ext cx="598717" cy="181270"/>
            </a:xfrm>
            <a:custGeom>
              <a:rect b="b" l="l" r="r" t="t"/>
              <a:pathLst>
                <a:path extrusionOk="0" h="2235" w="7382">
                  <a:moveTo>
                    <a:pt x="3699" y="1"/>
                  </a:moveTo>
                  <a:cubicBezTo>
                    <a:pt x="3553" y="1"/>
                    <a:pt x="3404" y="8"/>
                    <a:pt x="3252" y="23"/>
                  </a:cubicBezTo>
                  <a:cubicBezTo>
                    <a:pt x="1973" y="157"/>
                    <a:pt x="800" y="823"/>
                    <a:pt x="1" y="1835"/>
                  </a:cubicBezTo>
                  <a:lnTo>
                    <a:pt x="507" y="2235"/>
                  </a:lnTo>
                  <a:cubicBezTo>
                    <a:pt x="1200" y="1356"/>
                    <a:pt x="2212" y="769"/>
                    <a:pt x="3305" y="663"/>
                  </a:cubicBezTo>
                  <a:cubicBezTo>
                    <a:pt x="3436" y="650"/>
                    <a:pt x="3564" y="644"/>
                    <a:pt x="3689" y="644"/>
                  </a:cubicBezTo>
                  <a:cubicBezTo>
                    <a:pt x="5602" y="644"/>
                    <a:pt x="6825" y="2080"/>
                    <a:pt x="6875" y="2155"/>
                  </a:cubicBezTo>
                  <a:lnTo>
                    <a:pt x="7382" y="1755"/>
                  </a:lnTo>
                  <a:cubicBezTo>
                    <a:pt x="7207" y="1556"/>
                    <a:pt x="5841" y="1"/>
                    <a:pt x="3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7617142" y="1307545"/>
              <a:ext cx="443077" cy="139582"/>
            </a:xfrm>
            <a:custGeom>
              <a:rect b="b" l="l" r="r" t="t"/>
              <a:pathLst>
                <a:path extrusionOk="0" h="1721" w="5463">
                  <a:moveTo>
                    <a:pt x="2720" y="0"/>
                  </a:moveTo>
                  <a:cubicBezTo>
                    <a:pt x="2614" y="0"/>
                    <a:pt x="2506" y="5"/>
                    <a:pt x="2398" y="15"/>
                  </a:cubicBezTo>
                  <a:cubicBezTo>
                    <a:pt x="1466" y="121"/>
                    <a:pt x="586" y="601"/>
                    <a:pt x="0" y="1347"/>
                  </a:cubicBezTo>
                  <a:lnTo>
                    <a:pt x="506" y="1720"/>
                  </a:lnTo>
                  <a:cubicBezTo>
                    <a:pt x="986" y="1107"/>
                    <a:pt x="1679" y="707"/>
                    <a:pt x="2451" y="628"/>
                  </a:cubicBezTo>
                  <a:cubicBezTo>
                    <a:pt x="2508" y="624"/>
                    <a:pt x="2565" y="623"/>
                    <a:pt x="2622" y="623"/>
                  </a:cubicBezTo>
                  <a:cubicBezTo>
                    <a:pt x="3517" y="623"/>
                    <a:pt x="4355" y="1015"/>
                    <a:pt x="4956" y="1667"/>
                  </a:cubicBezTo>
                  <a:lnTo>
                    <a:pt x="5462" y="1294"/>
                  </a:lnTo>
                  <a:cubicBezTo>
                    <a:pt x="4761" y="471"/>
                    <a:pt x="3774" y="0"/>
                    <a:pt x="27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7710008" y="1405440"/>
              <a:ext cx="257265" cy="97813"/>
            </a:xfrm>
            <a:custGeom>
              <a:rect b="b" l="l" r="r" t="t"/>
              <a:pathLst>
                <a:path extrusionOk="0" h="1206" w="3172">
                  <a:moveTo>
                    <a:pt x="1548" y="1"/>
                  </a:moveTo>
                  <a:cubicBezTo>
                    <a:pt x="1494" y="1"/>
                    <a:pt x="1441" y="3"/>
                    <a:pt x="1386" y="7"/>
                  </a:cubicBezTo>
                  <a:cubicBezTo>
                    <a:pt x="827" y="87"/>
                    <a:pt x="321" y="353"/>
                    <a:pt x="1" y="806"/>
                  </a:cubicBezTo>
                  <a:lnTo>
                    <a:pt x="507" y="1206"/>
                  </a:lnTo>
                  <a:cubicBezTo>
                    <a:pt x="720" y="886"/>
                    <a:pt x="1067" y="700"/>
                    <a:pt x="1466" y="646"/>
                  </a:cubicBezTo>
                  <a:cubicBezTo>
                    <a:pt x="1495" y="645"/>
                    <a:pt x="1523" y="644"/>
                    <a:pt x="1552" y="644"/>
                  </a:cubicBezTo>
                  <a:cubicBezTo>
                    <a:pt x="1976" y="644"/>
                    <a:pt x="2392" y="830"/>
                    <a:pt x="2692" y="1179"/>
                  </a:cubicBezTo>
                  <a:lnTo>
                    <a:pt x="3172" y="753"/>
                  </a:lnTo>
                  <a:cubicBezTo>
                    <a:pt x="2779" y="286"/>
                    <a:pt x="2182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7796466" y="1494575"/>
              <a:ext cx="82240" cy="82159"/>
            </a:xfrm>
            <a:custGeom>
              <a:rect b="b" l="l" r="r" t="t"/>
              <a:pathLst>
                <a:path extrusionOk="0" h="1013" w="1014">
                  <a:moveTo>
                    <a:pt x="507" y="0"/>
                  </a:moveTo>
                  <a:cubicBezTo>
                    <a:pt x="240" y="0"/>
                    <a:pt x="1" y="240"/>
                    <a:pt x="1" y="506"/>
                  </a:cubicBezTo>
                  <a:cubicBezTo>
                    <a:pt x="1" y="800"/>
                    <a:pt x="240" y="1013"/>
                    <a:pt x="507" y="1013"/>
                  </a:cubicBezTo>
                  <a:cubicBezTo>
                    <a:pt x="800" y="1013"/>
                    <a:pt x="1013" y="800"/>
                    <a:pt x="1013" y="506"/>
                  </a:cubicBezTo>
                  <a:cubicBezTo>
                    <a:pt x="1013" y="240"/>
                    <a:pt x="800" y="0"/>
                    <a:pt x="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6653289" y="3832858"/>
              <a:ext cx="1458755" cy="237800"/>
            </a:xfrm>
            <a:custGeom>
              <a:rect b="b" l="l" r="r" t="t"/>
              <a:pathLst>
                <a:path extrusionOk="0" h="2932" w="17986">
                  <a:moveTo>
                    <a:pt x="17293" y="161"/>
                  </a:moveTo>
                  <a:cubicBezTo>
                    <a:pt x="17586" y="161"/>
                    <a:pt x="17826" y="401"/>
                    <a:pt x="17826" y="694"/>
                  </a:cubicBezTo>
                  <a:lnTo>
                    <a:pt x="17826" y="2239"/>
                  </a:lnTo>
                  <a:cubicBezTo>
                    <a:pt x="17826" y="2532"/>
                    <a:pt x="17586" y="2772"/>
                    <a:pt x="17293" y="2772"/>
                  </a:cubicBezTo>
                  <a:lnTo>
                    <a:pt x="719" y="2772"/>
                  </a:lnTo>
                  <a:cubicBezTo>
                    <a:pt x="426" y="2772"/>
                    <a:pt x="187" y="2532"/>
                    <a:pt x="187" y="2239"/>
                  </a:cubicBezTo>
                  <a:lnTo>
                    <a:pt x="187" y="694"/>
                  </a:lnTo>
                  <a:cubicBezTo>
                    <a:pt x="187" y="401"/>
                    <a:pt x="426" y="161"/>
                    <a:pt x="719" y="161"/>
                  </a:cubicBezTo>
                  <a:close/>
                  <a:moveTo>
                    <a:pt x="719" y="1"/>
                  </a:moveTo>
                  <a:cubicBezTo>
                    <a:pt x="320" y="1"/>
                    <a:pt x="0" y="321"/>
                    <a:pt x="27" y="694"/>
                  </a:cubicBezTo>
                  <a:lnTo>
                    <a:pt x="27" y="2239"/>
                  </a:lnTo>
                  <a:cubicBezTo>
                    <a:pt x="27" y="2612"/>
                    <a:pt x="320" y="2932"/>
                    <a:pt x="719" y="2932"/>
                  </a:cubicBezTo>
                  <a:lnTo>
                    <a:pt x="17293" y="2932"/>
                  </a:lnTo>
                  <a:cubicBezTo>
                    <a:pt x="17666" y="2932"/>
                    <a:pt x="17986" y="2612"/>
                    <a:pt x="17986" y="2239"/>
                  </a:cubicBezTo>
                  <a:lnTo>
                    <a:pt x="17986" y="694"/>
                  </a:lnTo>
                  <a:cubicBezTo>
                    <a:pt x="17986" y="321"/>
                    <a:pt x="17666" y="1"/>
                    <a:pt x="172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7807253" y="3897742"/>
              <a:ext cx="203249" cy="138365"/>
            </a:xfrm>
            <a:custGeom>
              <a:rect b="b" l="l" r="r" t="t"/>
              <a:pathLst>
                <a:path extrusionOk="0" h="1706" w="2506">
                  <a:moveTo>
                    <a:pt x="2506" y="0"/>
                  </a:moveTo>
                  <a:lnTo>
                    <a:pt x="1" y="160"/>
                  </a:lnTo>
                  <a:lnTo>
                    <a:pt x="827" y="746"/>
                  </a:lnTo>
                  <a:lnTo>
                    <a:pt x="1067" y="1706"/>
                  </a:lnTo>
                  <a:lnTo>
                    <a:pt x="2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7545770" y="2564930"/>
              <a:ext cx="1080643" cy="976261"/>
            </a:xfrm>
            <a:custGeom>
              <a:rect b="b" l="l" r="r" t="t"/>
              <a:pathLst>
                <a:path extrusionOk="0" h="12037" w="13324">
                  <a:moveTo>
                    <a:pt x="7292" y="1"/>
                  </a:moveTo>
                  <a:cubicBezTo>
                    <a:pt x="6637" y="1"/>
                    <a:pt x="5968" y="109"/>
                    <a:pt x="5303" y="339"/>
                  </a:cubicBezTo>
                  <a:cubicBezTo>
                    <a:pt x="1386" y="1698"/>
                    <a:pt x="1" y="6521"/>
                    <a:pt x="2585" y="9772"/>
                  </a:cubicBezTo>
                  <a:lnTo>
                    <a:pt x="2692" y="9905"/>
                  </a:lnTo>
                  <a:lnTo>
                    <a:pt x="2852" y="10092"/>
                  </a:lnTo>
                  <a:cubicBezTo>
                    <a:pt x="2878" y="10118"/>
                    <a:pt x="2878" y="10118"/>
                    <a:pt x="2905" y="10145"/>
                  </a:cubicBezTo>
                  <a:cubicBezTo>
                    <a:pt x="3971" y="11291"/>
                    <a:pt x="5436" y="11957"/>
                    <a:pt x="6982" y="12037"/>
                  </a:cubicBezTo>
                  <a:lnTo>
                    <a:pt x="7302" y="12037"/>
                  </a:lnTo>
                  <a:cubicBezTo>
                    <a:pt x="7515" y="12037"/>
                    <a:pt x="7755" y="12010"/>
                    <a:pt x="7994" y="11983"/>
                  </a:cubicBezTo>
                  <a:cubicBezTo>
                    <a:pt x="9380" y="11824"/>
                    <a:pt x="10659" y="11211"/>
                    <a:pt x="11618" y="10198"/>
                  </a:cubicBezTo>
                  <a:cubicBezTo>
                    <a:pt x="11752" y="10065"/>
                    <a:pt x="11858" y="9932"/>
                    <a:pt x="11965" y="9798"/>
                  </a:cubicBezTo>
                  <a:cubicBezTo>
                    <a:pt x="11965" y="9772"/>
                    <a:pt x="11991" y="9745"/>
                    <a:pt x="12018" y="9719"/>
                  </a:cubicBezTo>
                  <a:cubicBezTo>
                    <a:pt x="12071" y="9665"/>
                    <a:pt x="12098" y="9612"/>
                    <a:pt x="12151" y="9532"/>
                  </a:cubicBezTo>
                  <a:cubicBezTo>
                    <a:pt x="12897" y="8519"/>
                    <a:pt x="13324" y="7267"/>
                    <a:pt x="13324" y="6015"/>
                  </a:cubicBezTo>
                  <a:cubicBezTo>
                    <a:pt x="13324" y="2585"/>
                    <a:pt x="10494" y="1"/>
                    <a:pt x="72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7764024" y="3050592"/>
              <a:ext cx="756466" cy="341533"/>
            </a:xfrm>
            <a:custGeom>
              <a:rect b="b" l="l" r="r" t="t"/>
              <a:pathLst>
                <a:path extrusionOk="0" h="4211" w="9327">
                  <a:moveTo>
                    <a:pt x="4424" y="0"/>
                  </a:moveTo>
                  <a:lnTo>
                    <a:pt x="3998" y="27"/>
                  </a:lnTo>
                  <a:lnTo>
                    <a:pt x="3651" y="27"/>
                  </a:lnTo>
                  <a:lnTo>
                    <a:pt x="3651" y="267"/>
                  </a:lnTo>
                  <a:cubicBezTo>
                    <a:pt x="3572" y="1279"/>
                    <a:pt x="3252" y="1785"/>
                    <a:pt x="2932" y="2078"/>
                  </a:cubicBezTo>
                  <a:cubicBezTo>
                    <a:pt x="2905" y="2105"/>
                    <a:pt x="2852" y="2132"/>
                    <a:pt x="2825" y="2158"/>
                  </a:cubicBezTo>
                  <a:cubicBezTo>
                    <a:pt x="2106" y="2691"/>
                    <a:pt x="1200" y="2345"/>
                    <a:pt x="507" y="3038"/>
                  </a:cubicBezTo>
                  <a:cubicBezTo>
                    <a:pt x="267" y="3278"/>
                    <a:pt x="81" y="3571"/>
                    <a:pt x="1" y="3890"/>
                  </a:cubicBezTo>
                  <a:lnTo>
                    <a:pt x="187" y="4104"/>
                  </a:lnTo>
                  <a:cubicBezTo>
                    <a:pt x="187" y="4130"/>
                    <a:pt x="214" y="4130"/>
                    <a:pt x="214" y="4157"/>
                  </a:cubicBezTo>
                  <a:lnTo>
                    <a:pt x="8954" y="4210"/>
                  </a:lnTo>
                  <a:cubicBezTo>
                    <a:pt x="9061" y="4077"/>
                    <a:pt x="9167" y="3944"/>
                    <a:pt x="9274" y="3810"/>
                  </a:cubicBezTo>
                  <a:cubicBezTo>
                    <a:pt x="9300" y="3784"/>
                    <a:pt x="9300" y="3757"/>
                    <a:pt x="9327" y="3731"/>
                  </a:cubicBezTo>
                  <a:cubicBezTo>
                    <a:pt x="9220" y="3491"/>
                    <a:pt x="9061" y="3251"/>
                    <a:pt x="8847" y="3064"/>
                  </a:cubicBezTo>
                  <a:cubicBezTo>
                    <a:pt x="8101" y="2398"/>
                    <a:pt x="7249" y="2718"/>
                    <a:pt x="6529" y="2185"/>
                  </a:cubicBezTo>
                  <a:cubicBezTo>
                    <a:pt x="6476" y="2132"/>
                    <a:pt x="6449" y="2105"/>
                    <a:pt x="6396" y="2052"/>
                  </a:cubicBezTo>
                  <a:cubicBezTo>
                    <a:pt x="6076" y="1785"/>
                    <a:pt x="5783" y="1252"/>
                    <a:pt x="5703" y="267"/>
                  </a:cubicBezTo>
                  <a:cubicBezTo>
                    <a:pt x="5677" y="213"/>
                    <a:pt x="5677" y="133"/>
                    <a:pt x="5677" y="53"/>
                  </a:cubicBezTo>
                  <a:lnTo>
                    <a:pt x="5330" y="53"/>
                  </a:lnTo>
                  <a:lnTo>
                    <a:pt x="4957" y="27"/>
                  </a:lnTo>
                  <a:lnTo>
                    <a:pt x="4664" y="0"/>
                  </a:lnTo>
                  <a:close/>
                </a:path>
              </a:pathLst>
            </a:custGeom>
            <a:solidFill>
              <a:srgbClr val="8538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8073115" y="3026828"/>
              <a:ext cx="138365" cy="125388"/>
            </a:xfrm>
            <a:custGeom>
              <a:rect b="b" l="l" r="r" t="t"/>
              <a:pathLst>
                <a:path extrusionOk="0" h="1546" w="1706">
                  <a:moveTo>
                    <a:pt x="853" y="0"/>
                  </a:moveTo>
                  <a:cubicBezTo>
                    <a:pt x="373" y="0"/>
                    <a:pt x="0" y="346"/>
                    <a:pt x="0" y="773"/>
                  </a:cubicBezTo>
                  <a:cubicBezTo>
                    <a:pt x="0" y="1199"/>
                    <a:pt x="373" y="1545"/>
                    <a:pt x="853" y="1545"/>
                  </a:cubicBezTo>
                  <a:cubicBezTo>
                    <a:pt x="1333" y="1545"/>
                    <a:pt x="1706" y="1199"/>
                    <a:pt x="1706" y="773"/>
                  </a:cubicBezTo>
                  <a:cubicBezTo>
                    <a:pt x="1706" y="346"/>
                    <a:pt x="1333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7982359" y="2674504"/>
              <a:ext cx="319878" cy="432290"/>
            </a:xfrm>
            <a:custGeom>
              <a:rect b="b" l="l" r="r" t="t"/>
              <a:pathLst>
                <a:path extrusionOk="0" h="5330" w="3944">
                  <a:moveTo>
                    <a:pt x="1972" y="1"/>
                  </a:moveTo>
                  <a:cubicBezTo>
                    <a:pt x="1812" y="1"/>
                    <a:pt x="1652" y="1"/>
                    <a:pt x="1466" y="27"/>
                  </a:cubicBezTo>
                  <a:cubicBezTo>
                    <a:pt x="640" y="134"/>
                    <a:pt x="0" y="827"/>
                    <a:pt x="0" y="1679"/>
                  </a:cubicBezTo>
                  <a:lnTo>
                    <a:pt x="0" y="3411"/>
                  </a:lnTo>
                  <a:cubicBezTo>
                    <a:pt x="107" y="3998"/>
                    <a:pt x="427" y="4504"/>
                    <a:pt x="906" y="4877"/>
                  </a:cubicBezTo>
                  <a:cubicBezTo>
                    <a:pt x="1199" y="5117"/>
                    <a:pt x="1546" y="5277"/>
                    <a:pt x="1919" y="5330"/>
                  </a:cubicBezTo>
                  <a:lnTo>
                    <a:pt x="2025" y="5330"/>
                  </a:lnTo>
                  <a:cubicBezTo>
                    <a:pt x="2372" y="5277"/>
                    <a:pt x="2745" y="5117"/>
                    <a:pt x="3038" y="4877"/>
                  </a:cubicBezTo>
                  <a:cubicBezTo>
                    <a:pt x="3491" y="4504"/>
                    <a:pt x="3811" y="3998"/>
                    <a:pt x="3944" y="3411"/>
                  </a:cubicBezTo>
                  <a:lnTo>
                    <a:pt x="3944" y="1706"/>
                  </a:lnTo>
                  <a:cubicBezTo>
                    <a:pt x="3944" y="853"/>
                    <a:pt x="3304" y="134"/>
                    <a:pt x="2452" y="27"/>
                  </a:cubicBezTo>
                  <a:cubicBezTo>
                    <a:pt x="2292" y="1"/>
                    <a:pt x="2132" y="1"/>
                    <a:pt x="1972" y="1"/>
                  </a:cubicBezTo>
                  <a:close/>
                </a:path>
              </a:pathLst>
            </a:custGeom>
            <a:solidFill>
              <a:srgbClr val="8538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7934750" y="2853910"/>
              <a:ext cx="75752" cy="101625"/>
            </a:xfrm>
            <a:custGeom>
              <a:rect b="b" l="l" r="r" t="t"/>
              <a:pathLst>
                <a:path extrusionOk="0" h="1253" w="934">
                  <a:moveTo>
                    <a:pt x="481" y="0"/>
                  </a:moveTo>
                  <a:cubicBezTo>
                    <a:pt x="214" y="0"/>
                    <a:pt x="1" y="267"/>
                    <a:pt x="1" y="613"/>
                  </a:cubicBezTo>
                  <a:cubicBezTo>
                    <a:pt x="1" y="960"/>
                    <a:pt x="214" y="1253"/>
                    <a:pt x="481" y="1253"/>
                  </a:cubicBezTo>
                  <a:cubicBezTo>
                    <a:pt x="720" y="1253"/>
                    <a:pt x="934" y="960"/>
                    <a:pt x="934" y="613"/>
                  </a:cubicBezTo>
                  <a:cubicBezTo>
                    <a:pt x="934" y="267"/>
                    <a:pt x="720" y="0"/>
                    <a:pt x="481" y="0"/>
                  </a:cubicBezTo>
                  <a:close/>
                </a:path>
              </a:pathLst>
            </a:custGeom>
            <a:solidFill>
              <a:srgbClr val="D36F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8271904" y="2853910"/>
              <a:ext cx="75752" cy="101625"/>
            </a:xfrm>
            <a:custGeom>
              <a:rect b="b" l="l" r="r" t="t"/>
              <a:pathLst>
                <a:path extrusionOk="0" h="1253" w="934">
                  <a:moveTo>
                    <a:pt x="480" y="0"/>
                  </a:moveTo>
                  <a:cubicBezTo>
                    <a:pt x="214" y="0"/>
                    <a:pt x="1" y="267"/>
                    <a:pt x="1" y="613"/>
                  </a:cubicBezTo>
                  <a:cubicBezTo>
                    <a:pt x="1" y="960"/>
                    <a:pt x="214" y="1253"/>
                    <a:pt x="480" y="1253"/>
                  </a:cubicBezTo>
                  <a:cubicBezTo>
                    <a:pt x="720" y="1253"/>
                    <a:pt x="933" y="960"/>
                    <a:pt x="933" y="613"/>
                  </a:cubicBezTo>
                  <a:cubicBezTo>
                    <a:pt x="933" y="267"/>
                    <a:pt x="720" y="0"/>
                    <a:pt x="480" y="0"/>
                  </a:cubicBezTo>
                  <a:close/>
                </a:path>
              </a:pathLst>
            </a:custGeom>
            <a:solidFill>
              <a:srgbClr val="D36F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8127131" y="2964133"/>
              <a:ext cx="32523" cy="8678"/>
            </a:xfrm>
            <a:custGeom>
              <a:rect b="b" l="l" r="r" t="t"/>
              <a:pathLst>
                <a:path extrusionOk="0" h="107" w="401">
                  <a:moveTo>
                    <a:pt x="187" y="0"/>
                  </a:moveTo>
                  <a:cubicBezTo>
                    <a:pt x="107" y="0"/>
                    <a:pt x="54" y="0"/>
                    <a:pt x="0" y="54"/>
                  </a:cubicBezTo>
                  <a:cubicBezTo>
                    <a:pt x="54" y="80"/>
                    <a:pt x="107" y="107"/>
                    <a:pt x="187" y="107"/>
                  </a:cubicBezTo>
                  <a:cubicBezTo>
                    <a:pt x="267" y="107"/>
                    <a:pt x="320" y="80"/>
                    <a:pt x="400" y="54"/>
                  </a:cubicBezTo>
                  <a:cubicBezTo>
                    <a:pt x="320" y="0"/>
                    <a:pt x="267" y="0"/>
                    <a:pt x="187" y="0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8109856" y="3258060"/>
              <a:ext cx="51907" cy="20033"/>
            </a:xfrm>
            <a:custGeom>
              <a:rect b="b" l="l" r="r" t="t"/>
              <a:pathLst>
                <a:path extrusionOk="0" h="247" w="640">
                  <a:moveTo>
                    <a:pt x="640" y="0"/>
                  </a:moveTo>
                  <a:lnTo>
                    <a:pt x="0" y="107"/>
                  </a:lnTo>
                  <a:cubicBezTo>
                    <a:pt x="89" y="195"/>
                    <a:pt x="195" y="247"/>
                    <a:pt x="305" y="247"/>
                  </a:cubicBezTo>
                  <a:cubicBezTo>
                    <a:pt x="328" y="247"/>
                    <a:pt x="350" y="245"/>
                    <a:pt x="373" y="240"/>
                  </a:cubicBezTo>
                  <a:cubicBezTo>
                    <a:pt x="507" y="213"/>
                    <a:pt x="613" y="133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8166062" y="3290422"/>
              <a:ext cx="194571" cy="16059"/>
            </a:xfrm>
            <a:custGeom>
              <a:rect b="b" l="l" r="r" t="t"/>
              <a:pathLst>
                <a:path extrusionOk="0" h="198" w="2399">
                  <a:moveTo>
                    <a:pt x="2398" y="1"/>
                  </a:moveTo>
                  <a:lnTo>
                    <a:pt x="1013" y="54"/>
                  </a:lnTo>
                  <a:lnTo>
                    <a:pt x="0" y="27"/>
                  </a:lnTo>
                  <a:lnTo>
                    <a:pt x="0" y="27"/>
                  </a:lnTo>
                  <a:cubicBezTo>
                    <a:pt x="53" y="81"/>
                    <a:pt x="133" y="107"/>
                    <a:pt x="213" y="134"/>
                  </a:cubicBezTo>
                  <a:cubicBezTo>
                    <a:pt x="389" y="173"/>
                    <a:pt x="564" y="198"/>
                    <a:pt x="750" y="198"/>
                  </a:cubicBezTo>
                  <a:cubicBezTo>
                    <a:pt x="818" y="198"/>
                    <a:pt x="888" y="194"/>
                    <a:pt x="959" y="187"/>
                  </a:cubicBezTo>
                  <a:cubicBezTo>
                    <a:pt x="1599" y="134"/>
                    <a:pt x="2185" y="27"/>
                    <a:pt x="2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7923963" y="3290422"/>
              <a:ext cx="194571" cy="16059"/>
            </a:xfrm>
            <a:custGeom>
              <a:rect b="b" l="l" r="r" t="t"/>
              <a:pathLst>
                <a:path extrusionOk="0" h="198" w="2399">
                  <a:moveTo>
                    <a:pt x="1" y="1"/>
                  </a:moveTo>
                  <a:lnTo>
                    <a:pt x="1" y="1"/>
                  </a:lnTo>
                  <a:cubicBezTo>
                    <a:pt x="187" y="27"/>
                    <a:pt x="800" y="134"/>
                    <a:pt x="1440" y="187"/>
                  </a:cubicBezTo>
                  <a:cubicBezTo>
                    <a:pt x="1504" y="194"/>
                    <a:pt x="1570" y="198"/>
                    <a:pt x="1637" y="198"/>
                  </a:cubicBezTo>
                  <a:cubicBezTo>
                    <a:pt x="1820" y="198"/>
                    <a:pt x="2010" y="173"/>
                    <a:pt x="2186" y="134"/>
                  </a:cubicBezTo>
                  <a:cubicBezTo>
                    <a:pt x="2266" y="107"/>
                    <a:pt x="2319" y="81"/>
                    <a:pt x="2399" y="27"/>
                  </a:cubicBezTo>
                  <a:lnTo>
                    <a:pt x="2399" y="27"/>
                  </a:lnTo>
                  <a:lnTo>
                    <a:pt x="1386" y="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8111965" y="3043130"/>
              <a:ext cx="62775" cy="14031"/>
            </a:xfrm>
            <a:custGeom>
              <a:rect b="b" l="l" r="r" t="t"/>
              <a:pathLst>
                <a:path extrusionOk="0" h="173" w="774">
                  <a:moveTo>
                    <a:pt x="54" y="0"/>
                  </a:moveTo>
                  <a:cubicBezTo>
                    <a:pt x="36" y="0"/>
                    <a:pt x="19" y="12"/>
                    <a:pt x="1" y="12"/>
                  </a:cubicBezTo>
                  <a:cubicBezTo>
                    <a:pt x="1" y="39"/>
                    <a:pt x="1" y="65"/>
                    <a:pt x="28" y="92"/>
                  </a:cubicBezTo>
                  <a:cubicBezTo>
                    <a:pt x="134" y="119"/>
                    <a:pt x="267" y="145"/>
                    <a:pt x="374" y="172"/>
                  </a:cubicBezTo>
                  <a:lnTo>
                    <a:pt x="401" y="172"/>
                  </a:lnTo>
                  <a:cubicBezTo>
                    <a:pt x="507" y="172"/>
                    <a:pt x="640" y="145"/>
                    <a:pt x="747" y="92"/>
                  </a:cubicBezTo>
                  <a:cubicBezTo>
                    <a:pt x="774" y="65"/>
                    <a:pt x="774" y="65"/>
                    <a:pt x="774" y="39"/>
                  </a:cubicBezTo>
                  <a:cubicBezTo>
                    <a:pt x="747" y="12"/>
                    <a:pt x="720" y="12"/>
                    <a:pt x="720" y="12"/>
                  </a:cubicBezTo>
                  <a:cubicBezTo>
                    <a:pt x="614" y="65"/>
                    <a:pt x="481" y="65"/>
                    <a:pt x="374" y="65"/>
                  </a:cubicBezTo>
                  <a:cubicBezTo>
                    <a:pt x="267" y="65"/>
                    <a:pt x="161" y="39"/>
                    <a:pt x="81" y="12"/>
                  </a:cubicBezTo>
                  <a:cubicBezTo>
                    <a:pt x="72" y="3"/>
                    <a:pt x="63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8079604" y="3002415"/>
              <a:ext cx="124577" cy="26602"/>
            </a:xfrm>
            <a:custGeom>
              <a:rect b="b" l="l" r="r" t="t"/>
              <a:pathLst>
                <a:path extrusionOk="0" h="328" w="1536">
                  <a:moveTo>
                    <a:pt x="1482" y="1"/>
                  </a:moveTo>
                  <a:cubicBezTo>
                    <a:pt x="1476" y="1"/>
                    <a:pt x="1471" y="3"/>
                    <a:pt x="1466" y="8"/>
                  </a:cubicBezTo>
                  <a:cubicBezTo>
                    <a:pt x="1279" y="141"/>
                    <a:pt x="1039" y="221"/>
                    <a:pt x="826" y="221"/>
                  </a:cubicBezTo>
                  <a:cubicBezTo>
                    <a:pt x="792" y="225"/>
                    <a:pt x="757" y="226"/>
                    <a:pt x="723" y="226"/>
                  </a:cubicBezTo>
                  <a:cubicBezTo>
                    <a:pt x="492" y="226"/>
                    <a:pt x="266" y="151"/>
                    <a:pt x="80" y="35"/>
                  </a:cubicBezTo>
                  <a:cubicBezTo>
                    <a:pt x="67" y="21"/>
                    <a:pt x="54" y="15"/>
                    <a:pt x="44" y="15"/>
                  </a:cubicBezTo>
                  <a:cubicBezTo>
                    <a:pt x="34" y="15"/>
                    <a:pt x="27" y="21"/>
                    <a:pt x="27" y="35"/>
                  </a:cubicBezTo>
                  <a:cubicBezTo>
                    <a:pt x="0" y="35"/>
                    <a:pt x="0" y="61"/>
                    <a:pt x="27" y="88"/>
                  </a:cubicBezTo>
                  <a:cubicBezTo>
                    <a:pt x="240" y="221"/>
                    <a:pt x="480" y="301"/>
                    <a:pt x="746" y="301"/>
                  </a:cubicBezTo>
                  <a:lnTo>
                    <a:pt x="826" y="328"/>
                  </a:lnTo>
                  <a:cubicBezTo>
                    <a:pt x="1066" y="301"/>
                    <a:pt x="1306" y="221"/>
                    <a:pt x="1492" y="88"/>
                  </a:cubicBezTo>
                  <a:cubicBezTo>
                    <a:pt x="1536" y="44"/>
                    <a:pt x="1508" y="1"/>
                    <a:pt x="1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8103367" y="3011661"/>
              <a:ext cx="75671" cy="17356"/>
            </a:xfrm>
            <a:custGeom>
              <a:rect b="b" l="l" r="r" t="t"/>
              <a:pathLst>
                <a:path extrusionOk="0" h="214" w="933">
                  <a:moveTo>
                    <a:pt x="453" y="1"/>
                  </a:moveTo>
                  <a:cubicBezTo>
                    <a:pt x="293" y="1"/>
                    <a:pt x="134" y="27"/>
                    <a:pt x="0" y="80"/>
                  </a:cubicBezTo>
                  <a:cubicBezTo>
                    <a:pt x="134" y="160"/>
                    <a:pt x="293" y="214"/>
                    <a:pt x="453" y="214"/>
                  </a:cubicBezTo>
                  <a:cubicBezTo>
                    <a:pt x="613" y="214"/>
                    <a:pt x="773" y="160"/>
                    <a:pt x="933" y="80"/>
                  </a:cubicBezTo>
                  <a:cubicBezTo>
                    <a:pt x="773" y="27"/>
                    <a:pt x="613" y="1"/>
                    <a:pt x="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8099069" y="2994385"/>
              <a:ext cx="84349" cy="27819"/>
            </a:xfrm>
            <a:custGeom>
              <a:rect b="b" l="l" r="r" t="t"/>
              <a:pathLst>
                <a:path extrusionOk="0" h="343" w="1040">
                  <a:moveTo>
                    <a:pt x="506" y="0"/>
                  </a:moveTo>
                  <a:cubicBezTo>
                    <a:pt x="426" y="0"/>
                    <a:pt x="346" y="0"/>
                    <a:pt x="267" y="54"/>
                  </a:cubicBezTo>
                  <a:cubicBezTo>
                    <a:pt x="160" y="80"/>
                    <a:pt x="53" y="160"/>
                    <a:pt x="0" y="293"/>
                  </a:cubicBezTo>
                  <a:cubicBezTo>
                    <a:pt x="0" y="293"/>
                    <a:pt x="27" y="320"/>
                    <a:pt x="80" y="320"/>
                  </a:cubicBezTo>
                  <a:cubicBezTo>
                    <a:pt x="112" y="336"/>
                    <a:pt x="142" y="342"/>
                    <a:pt x="171" y="342"/>
                  </a:cubicBezTo>
                  <a:cubicBezTo>
                    <a:pt x="286" y="342"/>
                    <a:pt x="384" y="240"/>
                    <a:pt x="533" y="240"/>
                  </a:cubicBezTo>
                  <a:cubicBezTo>
                    <a:pt x="682" y="240"/>
                    <a:pt x="780" y="342"/>
                    <a:pt x="882" y="342"/>
                  </a:cubicBezTo>
                  <a:cubicBezTo>
                    <a:pt x="907" y="342"/>
                    <a:pt x="933" y="336"/>
                    <a:pt x="959" y="320"/>
                  </a:cubicBezTo>
                  <a:cubicBezTo>
                    <a:pt x="986" y="320"/>
                    <a:pt x="1013" y="293"/>
                    <a:pt x="1039" y="293"/>
                  </a:cubicBezTo>
                  <a:cubicBezTo>
                    <a:pt x="986" y="214"/>
                    <a:pt x="959" y="160"/>
                    <a:pt x="906" y="107"/>
                  </a:cubicBezTo>
                  <a:cubicBezTo>
                    <a:pt x="773" y="27"/>
                    <a:pt x="640" y="0"/>
                    <a:pt x="506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8038483" y="2873051"/>
              <a:ext cx="41201" cy="35281"/>
            </a:xfrm>
            <a:custGeom>
              <a:rect b="b" l="l" r="r" t="t"/>
              <a:pathLst>
                <a:path extrusionOk="0" h="435" w="508">
                  <a:moveTo>
                    <a:pt x="219" y="0"/>
                  </a:moveTo>
                  <a:cubicBezTo>
                    <a:pt x="86" y="0"/>
                    <a:pt x="1" y="98"/>
                    <a:pt x="1" y="217"/>
                  </a:cubicBezTo>
                  <a:cubicBezTo>
                    <a:pt x="1" y="337"/>
                    <a:pt x="86" y="435"/>
                    <a:pt x="219" y="435"/>
                  </a:cubicBezTo>
                  <a:cubicBezTo>
                    <a:pt x="235" y="435"/>
                    <a:pt x="251" y="433"/>
                    <a:pt x="267" y="431"/>
                  </a:cubicBezTo>
                  <a:cubicBezTo>
                    <a:pt x="281" y="433"/>
                    <a:pt x="295" y="435"/>
                    <a:pt x="308" y="435"/>
                  </a:cubicBezTo>
                  <a:cubicBezTo>
                    <a:pt x="422" y="435"/>
                    <a:pt x="507" y="337"/>
                    <a:pt x="507" y="217"/>
                  </a:cubicBezTo>
                  <a:cubicBezTo>
                    <a:pt x="507" y="98"/>
                    <a:pt x="400" y="0"/>
                    <a:pt x="302" y="0"/>
                  </a:cubicBezTo>
                  <a:cubicBezTo>
                    <a:pt x="290" y="0"/>
                    <a:pt x="279" y="1"/>
                    <a:pt x="267" y="4"/>
                  </a:cubicBezTo>
                  <a:cubicBezTo>
                    <a:pt x="251" y="1"/>
                    <a:pt x="235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8003932" y="2857722"/>
              <a:ext cx="90838" cy="43959"/>
            </a:xfrm>
            <a:custGeom>
              <a:rect b="b" l="l" r="r" t="t"/>
              <a:pathLst>
                <a:path extrusionOk="0" h="542" w="1120">
                  <a:moveTo>
                    <a:pt x="623" y="0"/>
                  </a:moveTo>
                  <a:cubicBezTo>
                    <a:pt x="369" y="0"/>
                    <a:pt x="127" y="148"/>
                    <a:pt x="1" y="380"/>
                  </a:cubicBezTo>
                  <a:cubicBezTo>
                    <a:pt x="166" y="269"/>
                    <a:pt x="357" y="210"/>
                    <a:pt x="547" y="210"/>
                  </a:cubicBezTo>
                  <a:cubicBezTo>
                    <a:pt x="632" y="210"/>
                    <a:pt x="718" y="222"/>
                    <a:pt x="800" y="246"/>
                  </a:cubicBezTo>
                  <a:cubicBezTo>
                    <a:pt x="977" y="322"/>
                    <a:pt x="1058" y="542"/>
                    <a:pt x="1089" y="542"/>
                  </a:cubicBezTo>
                  <a:cubicBezTo>
                    <a:pt x="1090" y="542"/>
                    <a:pt x="1092" y="541"/>
                    <a:pt x="1093" y="540"/>
                  </a:cubicBezTo>
                  <a:cubicBezTo>
                    <a:pt x="1120" y="326"/>
                    <a:pt x="1013" y="140"/>
                    <a:pt x="827" y="33"/>
                  </a:cubicBezTo>
                  <a:cubicBezTo>
                    <a:pt x="759" y="11"/>
                    <a:pt x="690" y="0"/>
                    <a:pt x="623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8001824" y="2871672"/>
              <a:ext cx="95136" cy="32036"/>
            </a:xfrm>
            <a:custGeom>
              <a:rect b="b" l="l" r="r" t="t"/>
              <a:pathLst>
                <a:path extrusionOk="0" h="395" w="1173">
                  <a:moveTo>
                    <a:pt x="558" y="0"/>
                  </a:moveTo>
                  <a:cubicBezTo>
                    <a:pt x="363" y="0"/>
                    <a:pt x="166" y="65"/>
                    <a:pt x="0" y="181"/>
                  </a:cubicBezTo>
                  <a:cubicBezTo>
                    <a:pt x="0" y="208"/>
                    <a:pt x="0" y="234"/>
                    <a:pt x="0" y="234"/>
                  </a:cubicBezTo>
                  <a:cubicBezTo>
                    <a:pt x="13" y="248"/>
                    <a:pt x="27" y="254"/>
                    <a:pt x="37" y="254"/>
                  </a:cubicBezTo>
                  <a:cubicBezTo>
                    <a:pt x="47" y="254"/>
                    <a:pt x="53" y="248"/>
                    <a:pt x="53" y="234"/>
                  </a:cubicBezTo>
                  <a:cubicBezTo>
                    <a:pt x="193" y="126"/>
                    <a:pt x="360" y="71"/>
                    <a:pt x="528" y="71"/>
                  </a:cubicBezTo>
                  <a:cubicBezTo>
                    <a:pt x="648" y="71"/>
                    <a:pt x="768" y="99"/>
                    <a:pt x="879" y="154"/>
                  </a:cubicBezTo>
                  <a:cubicBezTo>
                    <a:pt x="959" y="208"/>
                    <a:pt x="1039" y="288"/>
                    <a:pt x="1092" y="368"/>
                  </a:cubicBezTo>
                  <a:cubicBezTo>
                    <a:pt x="1119" y="394"/>
                    <a:pt x="1119" y="394"/>
                    <a:pt x="1146" y="394"/>
                  </a:cubicBezTo>
                  <a:lnTo>
                    <a:pt x="1172" y="394"/>
                  </a:lnTo>
                  <a:cubicBezTo>
                    <a:pt x="1172" y="368"/>
                    <a:pt x="1172" y="341"/>
                    <a:pt x="1172" y="341"/>
                  </a:cubicBezTo>
                  <a:cubicBezTo>
                    <a:pt x="1092" y="234"/>
                    <a:pt x="1013" y="154"/>
                    <a:pt x="906" y="74"/>
                  </a:cubicBezTo>
                  <a:cubicBezTo>
                    <a:pt x="795" y="24"/>
                    <a:pt x="677" y="0"/>
                    <a:pt x="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8194124" y="2873051"/>
              <a:ext cx="43310" cy="35281"/>
            </a:xfrm>
            <a:custGeom>
              <a:rect b="b" l="l" r="r" t="t"/>
              <a:pathLst>
                <a:path extrusionOk="0" h="435" w="534">
                  <a:moveTo>
                    <a:pt x="226" y="0"/>
                  </a:moveTo>
                  <a:cubicBezTo>
                    <a:pt x="112" y="0"/>
                    <a:pt x="24" y="98"/>
                    <a:pt x="0" y="217"/>
                  </a:cubicBezTo>
                  <a:cubicBezTo>
                    <a:pt x="24" y="337"/>
                    <a:pt x="112" y="435"/>
                    <a:pt x="226" y="435"/>
                  </a:cubicBezTo>
                  <a:cubicBezTo>
                    <a:pt x="239" y="435"/>
                    <a:pt x="253" y="433"/>
                    <a:pt x="267" y="431"/>
                  </a:cubicBezTo>
                  <a:cubicBezTo>
                    <a:pt x="281" y="433"/>
                    <a:pt x="295" y="435"/>
                    <a:pt x="309" y="435"/>
                  </a:cubicBezTo>
                  <a:cubicBezTo>
                    <a:pt x="427" y="435"/>
                    <a:pt x="533" y="337"/>
                    <a:pt x="533" y="217"/>
                  </a:cubicBezTo>
                  <a:cubicBezTo>
                    <a:pt x="533" y="98"/>
                    <a:pt x="427" y="0"/>
                    <a:pt x="309" y="0"/>
                  </a:cubicBezTo>
                  <a:cubicBezTo>
                    <a:pt x="295" y="0"/>
                    <a:pt x="281" y="1"/>
                    <a:pt x="267" y="4"/>
                  </a:cubicBezTo>
                  <a:cubicBezTo>
                    <a:pt x="253" y="1"/>
                    <a:pt x="239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8181147" y="2857722"/>
              <a:ext cx="88729" cy="43959"/>
            </a:xfrm>
            <a:custGeom>
              <a:rect b="b" l="l" r="r" t="t"/>
              <a:pathLst>
                <a:path extrusionOk="0" h="542" w="1094">
                  <a:moveTo>
                    <a:pt x="498" y="0"/>
                  </a:moveTo>
                  <a:cubicBezTo>
                    <a:pt x="430" y="0"/>
                    <a:pt x="361" y="11"/>
                    <a:pt x="294" y="33"/>
                  </a:cubicBezTo>
                  <a:cubicBezTo>
                    <a:pt x="107" y="140"/>
                    <a:pt x="1" y="326"/>
                    <a:pt x="1" y="540"/>
                  </a:cubicBezTo>
                  <a:cubicBezTo>
                    <a:pt x="2" y="541"/>
                    <a:pt x="4" y="542"/>
                    <a:pt x="5" y="542"/>
                  </a:cubicBezTo>
                  <a:cubicBezTo>
                    <a:pt x="36" y="542"/>
                    <a:pt x="118" y="322"/>
                    <a:pt x="320" y="246"/>
                  </a:cubicBezTo>
                  <a:cubicBezTo>
                    <a:pt x="403" y="222"/>
                    <a:pt x="488" y="210"/>
                    <a:pt x="572" y="210"/>
                  </a:cubicBezTo>
                  <a:cubicBezTo>
                    <a:pt x="761" y="210"/>
                    <a:pt x="946" y="269"/>
                    <a:pt x="1093" y="380"/>
                  </a:cubicBezTo>
                  <a:cubicBezTo>
                    <a:pt x="988" y="148"/>
                    <a:pt x="750" y="0"/>
                    <a:pt x="498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8176849" y="2871104"/>
              <a:ext cx="97326" cy="32604"/>
            </a:xfrm>
            <a:custGeom>
              <a:rect b="b" l="l" r="r" t="t"/>
              <a:pathLst>
                <a:path extrusionOk="0" h="402" w="1200">
                  <a:moveTo>
                    <a:pt x="646" y="0"/>
                  </a:moveTo>
                  <a:cubicBezTo>
                    <a:pt x="516" y="0"/>
                    <a:pt x="385" y="28"/>
                    <a:pt x="267" y="81"/>
                  </a:cubicBezTo>
                  <a:cubicBezTo>
                    <a:pt x="160" y="135"/>
                    <a:pt x="80" y="241"/>
                    <a:pt x="27" y="348"/>
                  </a:cubicBezTo>
                  <a:cubicBezTo>
                    <a:pt x="0" y="348"/>
                    <a:pt x="0" y="375"/>
                    <a:pt x="27" y="401"/>
                  </a:cubicBezTo>
                  <a:lnTo>
                    <a:pt x="54" y="401"/>
                  </a:lnTo>
                  <a:cubicBezTo>
                    <a:pt x="54" y="401"/>
                    <a:pt x="80" y="401"/>
                    <a:pt x="80" y="375"/>
                  </a:cubicBezTo>
                  <a:cubicBezTo>
                    <a:pt x="134" y="295"/>
                    <a:pt x="213" y="215"/>
                    <a:pt x="320" y="161"/>
                  </a:cubicBezTo>
                  <a:cubicBezTo>
                    <a:pt x="431" y="106"/>
                    <a:pt x="547" y="78"/>
                    <a:pt x="661" y="78"/>
                  </a:cubicBezTo>
                  <a:cubicBezTo>
                    <a:pt x="822" y="78"/>
                    <a:pt x="980" y="133"/>
                    <a:pt x="1119" y="241"/>
                  </a:cubicBezTo>
                  <a:cubicBezTo>
                    <a:pt x="1133" y="255"/>
                    <a:pt x="1139" y="261"/>
                    <a:pt x="1146" y="261"/>
                  </a:cubicBezTo>
                  <a:cubicBezTo>
                    <a:pt x="1153" y="261"/>
                    <a:pt x="1159" y="255"/>
                    <a:pt x="1173" y="241"/>
                  </a:cubicBezTo>
                  <a:cubicBezTo>
                    <a:pt x="1199" y="241"/>
                    <a:pt x="1199" y="215"/>
                    <a:pt x="1173" y="188"/>
                  </a:cubicBezTo>
                  <a:cubicBezTo>
                    <a:pt x="1030" y="61"/>
                    <a:pt x="83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8174659" y="2819359"/>
              <a:ext cx="108113" cy="28143"/>
            </a:xfrm>
            <a:custGeom>
              <a:rect b="b" l="l" r="r" t="t"/>
              <a:pathLst>
                <a:path extrusionOk="0" h="347" w="1333">
                  <a:moveTo>
                    <a:pt x="107" y="0"/>
                  </a:moveTo>
                  <a:cubicBezTo>
                    <a:pt x="54" y="80"/>
                    <a:pt x="27" y="160"/>
                    <a:pt x="1" y="240"/>
                  </a:cubicBezTo>
                  <a:cubicBezTo>
                    <a:pt x="1" y="266"/>
                    <a:pt x="1" y="293"/>
                    <a:pt x="1" y="346"/>
                  </a:cubicBezTo>
                  <a:cubicBezTo>
                    <a:pt x="214" y="293"/>
                    <a:pt x="400" y="240"/>
                    <a:pt x="614" y="213"/>
                  </a:cubicBezTo>
                  <a:cubicBezTo>
                    <a:pt x="684" y="205"/>
                    <a:pt x="754" y="202"/>
                    <a:pt x="824" y="202"/>
                  </a:cubicBezTo>
                  <a:cubicBezTo>
                    <a:pt x="994" y="202"/>
                    <a:pt x="1163" y="221"/>
                    <a:pt x="1333" y="240"/>
                  </a:cubicBezTo>
                  <a:cubicBezTo>
                    <a:pt x="1226" y="160"/>
                    <a:pt x="1120" y="80"/>
                    <a:pt x="1013" y="53"/>
                  </a:cubicBezTo>
                  <a:cubicBezTo>
                    <a:pt x="880" y="0"/>
                    <a:pt x="720" y="0"/>
                    <a:pt x="587" y="0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8170360" y="2819359"/>
              <a:ext cx="8678" cy="28143"/>
            </a:xfrm>
            <a:custGeom>
              <a:rect b="b" l="l" r="r" t="t"/>
              <a:pathLst>
                <a:path extrusionOk="0" h="347" w="107">
                  <a:moveTo>
                    <a:pt x="54" y="0"/>
                  </a:moveTo>
                  <a:cubicBezTo>
                    <a:pt x="27" y="53"/>
                    <a:pt x="27" y="107"/>
                    <a:pt x="0" y="133"/>
                  </a:cubicBezTo>
                  <a:cubicBezTo>
                    <a:pt x="0" y="213"/>
                    <a:pt x="0" y="266"/>
                    <a:pt x="0" y="346"/>
                  </a:cubicBezTo>
                  <a:cubicBezTo>
                    <a:pt x="0" y="346"/>
                    <a:pt x="54" y="240"/>
                    <a:pt x="54" y="187"/>
                  </a:cubicBezTo>
                  <a:cubicBezTo>
                    <a:pt x="54" y="133"/>
                    <a:pt x="80" y="80"/>
                    <a:pt x="107" y="2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8003932" y="2819359"/>
              <a:ext cx="106004" cy="28143"/>
            </a:xfrm>
            <a:custGeom>
              <a:rect b="b" l="l" r="r" t="t"/>
              <a:pathLst>
                <a:path extrusionOk="0" h="347" w="1307">
                  <a:moveTo>
                    <a:pt x="720" y="0"/>
                  </a:moveTo>
                  <a:cubicBezTo>
                    <a:pt x="587" y="0"/>
                    <a:pt x="427" y="0"/>
                    <a:pt x="294" y="53"/>
                  </a:cubicBezTo>
                  <a:cubicBezTo>
                    <a:pt x="187" y="80"/>
                    <a:pt x="81" y="160"/>
                    <a:pt x="1" y="240"/>
                  </a:cubicBezTo>
                  <a:cubicBezTo>
                    <a:pt x="151" y="221"/>
                    <a:pt x="315" y="202"/>
                    <a:pt x="483" y="202"/>
                  </a:cubicBezTo>
                  <a:cubicBezTo>
                    <a:pt x="553" y="202"/>
                    <a:pt x="623" y="205"/>
                    <a:pt x="693" y="213"/>
                  </a:cubicBezTo>
                  <a:cubicBezTo>
                    <a:pt x="907" y="240"/>
                    <a:pt x="1093" y="293"/>
                    <a:pt x="1306" y="346"/>
                  </a:cubicBezTo>
                  <a:cubicBezTo>
                    <a:pt x="1306" y="293"/>
                    <a:pt x="1306" y="266"/>
                    <a:pt x="1306" y="240"/>
                  </a:cubicBezTo>
                  <a:cubicBezTo>
                    <a:pt x="1280" y="160"/>
                    <a:pt x="1253" y="80"/>
                    <a:pt x="1200" y="0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8105557" y="2819359"/>
              <a:ext cx="10868" cy="28143"/>
            </a:xfrm>
            <a:custGeom>
              <a:rect b="b" l="l" r="r" t="t"/>
              <a:pathLst>
                <a:path extrusionOk="0" h="347" w="134">
                  <a:moveTo>
                    <a:pt x="0" y="0"/>
                  </a:moveTo>
                  <a:cubicBezTo>
                    <a:pt x="0" y="0"/>
                    <a:pt x="0" y="27"/>
                    <a:pt x="27" y="27"/>
                  </a:cubicBezTo>
                  <a:cubicBezTo>
                    <a:pt x="27" y="80"/>
                    <a:pt x="53" y="133"/>
                    <a:pt x="53" y="187"/>
                  </a:cubicBezTo>
                  <a:cubicBezTo>
                    <a:pt x="53" y="240"/>
                    <a:pt x="80" y="293"/>
                    <a:pt x="107" y="346"/>
                  </a:cubicBezTo>
                  <a:cubicBezTo>
                    <a:pt x="133" y="293"/>
                    <a:pt x="133" y="213"/>
                    <a:pt x="107" y="133"/>
                  </a:cubicBezTo>
                  <a:cubicBezTo>
                    <a:pt x="80" y="107"/>
                    <a:pt x="80" y="53"/>
                    <a:pt x="53" y="0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8118453" y="3031126"/>
              <a:ext cx="49798" cy="13058"/>
            </a:xfrm>
            <a:custGeom>
              <a:rect b="b" l="l" r="r" t="t"/>
              <a:pathLst>
                <a:path extrusionOk="0" h="161" w="614">
                  <a:moveTo>
                    <a:pt x="267" y="0"/>
                  </a:moveTo>
                  <a:cubicBezTo>
                    <a:pt x="1" y="27"/>
                    <a:pt x="1" y="0"/>
                    <a:pt x="1" y="54"/>
                  </a:cubicBezTo>
                  <a:cubicBezTo>
                    <a:pt x="1" y="80"/>
                    <a:pt x="81" y="160"/>
                    <a:pt x="267" y="160"/>
                  </a:cubicBezTo>
                  <a:cubicBezTo>
                    <a:pt x="454" y="160"/>
                    <a:pt x="614" y="54"/>
                    <a:pt x="614" y="27"/>
                  </a:cubicBezTo>
                  <a:cubicBezTo>
                    <a:pt x="614" y="27"/>
                    <a:pt x="507" y="27"/>
                    <a:pt x="267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7755426" y="3216940"/>
              <a:ext cx="775932" cy="324258"/>
            </a:xfrm>
            <a:custGeom>
              <a:rect b="b" l="l" r="r" t="t"/>
              <a:pathLst>
                <a:path extrusionOk="0" h="3998" w="9567">
                  <a:moveTo>
                    <a:pt x="6475" y="1"/>
                  </a:moveTo>
                  <a:cubicBezTo>
                    <a:pt x="6342" y="374"/>
                    <a:pt x="6076" y="720"/>
                    <a:pt x="5729" y="933"/>
                  </a:cubicBezTo>
                  <a:cubicBezTo>
                    <a:pt x="5676" y="987"/>
                    <a:pt x="5596" y="1040"/>
                    <a:pt x="5516" y="1067"/>
                  </a:cubicBezTo>
                  <a:cubicBezTo>
                    <a:pt x="5284" y="1183"/>
                    <a:pt x="5012" y="1258"/>
                    <a:pt x="4752" y="1258"/>
                  </a:cubicBezTo>
                  <a:cubicBezTo>
                    <a:pt x="4713" y="1258"/>
                    <a:pt x="4675" y="1257"/>
                    <a:pt x="4637" y="1253"/>
                  </a:cubicBezTo>
                  <a:cubicBezTo>
                    <a:pt x="4424" y="1253"/>
                    <a:pt x="4184" y="1173"/>
                    <a:pt x="3971" y="1067"/>
                  </a:cubicBezTo>
                  <a:cubicBezTo>
                    <a:pt x="3891" y="1040"/>
                    <a:pt x="3811" y="987"/>
                    <a:pt x="3731" y="933"/>
                  </a:cubicBezTo>
                  <a:cubicBezTo>
                    <a:pt x="3411" y="720"/>
                    <a:pt x="3145" y="401"/>
                    <a:pt x="3011" y="27"/>
                  </a:cubicBezTo>
                  <a:cubicBezTo>
                    <a:pt x="2825" y="81"/>
                    <a:pt x="2532" y="187"/>
                    <a:pt x="2159" y="294"/>
                  </a:cubicBezTo>
                  <a:cubicBezTo>
                    <a:pt x="1759" y="347"/>
                    <a:pt x="1386" y="480"/>
                    <a:pt x="1013" y="614"/>
                  </a:cubicBezTo>
                  <a:cubicBezTo>
                    <a:pt x="746" y="774"/>
                    <a:pt x="480" y="987"/>
                    <a:pt x="293" y="1227"/>
                  </a:cubicBezTo>
                  <a:cubicBezTo>
                    <a:pt x="160" y="1386"/>
                    <a:pt x="80" y="1546"/>
                    <a:pt x="0" y="1733"/>
                  </a:cubicBezTo>
                  <a:lnTo>
                    <a:pt x="107" y="1866"/>
                  </a:lnTo>
                  <a:lnTo>
                    <a:pt x="267" y="2053"/>
                  </a:lnTo>
                  <a:cubicBezTo>
                    <a:pt x="293" y="2079"/>
                    <a:pt x="293" y="2079"/>
                    <a:pt x="320" y="2106"/>
                  </a:cubicBezTo>
                  <a:cubicBezTo>
                    <a:pt x="1386" y="3252"/>
                    <a:pt x="2851" y="3918"/>
                    <a:pt x="4397" y="3998"/>
                  </a:cubicBezTo>
                  <a:lnTo>
                    <a:pt x="4717" y="3998"/>
                  </a:lnTo>
                  <a:cubicBezTo>
                    <a:pt x="4930" y="3998"/>
                    <a:pt x="5170" y="3971"/>
                    <a:pt x="5409" y="3944"/>
                  </a:cubicBezTo>
                  <a:cubicBezTo>
                    <a:pt x="6795" y="3785"/>
                    <a:pt x="8074" y="3172"/>
                    <a:pt x="9033" y="2159"/>
                  </a:cubicBezTo>
                  <a:cubicBezTo>
                    <a:pt x="9167" y="2026"/>
                    <a:pt x="9273" y="1893"/>
                    <a:pt x="9380" y="1759"/>
                  </a:cubicBezTo>
                  <a:cubicBezTo>
                    <a:pt x="9380" y="1733"/>
                    <a:pt x="9406" y="1706"/>
                    <a:pt x="9433" y="1680"/>
                  </a:cubicBezTo>
                  <a:cubicBezTo>
                    <a:pt x="9486" y="1626"/>
                    <a:pt x="9513" y="1573"/>
                    <a:pt x="9566" y="1493"/>
                  </a:cubicBezTo>
                  <a:cubicBezTo>
                    <a:pt x="9460" y="1173"/>
                    <a:pt x="9246" y="880"/>
                    <a:pt x="8953" y="694"/>
                  </a:cubicBezTo>
                  <a:cubicBezTo>
                    <a:pt x="8527" y="427"/>
                    <a:pt x="8287" y="560"/>
                    <a:pt x="7621" y="427"/>
                  </a:cubicBezTo>
                  <a:cubicBezTo>
                    <a:pt x="7221" y="347"/>
                    <a:pt x="6848" y="187"/>
                    <a:pt x="6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8021208" y="2657228"/>
              <a:ext cx="289707" cy="112493"/>
            </a:xfrm>
            <a:custGeom>
              <a:rect b="b" l="l" r="r" t="t"/>
              <a:pathLst>
                <a:path extrusionOk="0" h="1387" w="3572">
                  <a:moveTo>
                    <a:pt x="1786" y="1"/>
                  </a:moveTo>
                  <a:cubicBezTo>
                    <a:pt x="800" y="1"/>
                    <a:pt x="1" y="294"/>
                    <a:pt x="1" y="693"/>
                  </a:cubicBezTo>
                  <a:cubicBezTo>
                    <a:pt x="1" y="1066"/>
                    <a:pt x="800" y="1386"/>
                    <a:pt x="1786" y="1386"/>
                  </a:cubicBezTo>
                  <a:cubicBezTo>
                    <a:pt x="2772" y="1386"/>
                    <a:pt x="3571" y="1066"/>
                    <a:pt x="3571" y="693"/>
                  </a:cubicBezTo>
                  <a:cubicBezTo>
                    <a:pt x="3571" y="294"/>
                    <a:pt x="2772" y="1"/>
                    <a:pt x="1786" y="1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7949916" y="2690887"/>
              <a:ext cx="138365" cy="163183"/>
            </a:xfrm>
            <a:custGeom>
              <a:rect b="b" l="l" r="r" t="t"/>
              <a:pathLst>
                <a:path extrusionOk="0" h="2012" w="1706">
                  <a:moveTo>
                    <a:pt x="1530" y="0"/>
                  </a:moveTo>
                  <a:cubicBezTo>
                    <a:pt x="1185" y="0"/>
                    <a:pt x="837" y="131"/>
                    <a:pt x="587" y="358"/>
                  </a:cubicBezTo>
                  <a:cubicBezTo>
                    <a:pt x="134" y="785"/>
                    <a:pt x="1" y="1611"/>
                    <a:pt x="320" y="1904"/>
                  </a:cubicBezTo>
                  <a:cubicBezTo>
                    <a:pt x="374" y="1957"/>
                    <a:pt x="453" y="1984"/>
                    <a:pt x="507" y="2010"/>
                  </a:cubicBezTo>
                  <a:cubicBezTo>
                    <a:pt x="516" y="2011"/>
                    <a:pt x="525" y="2012"/>
                    <a:pt x="535" y="2012"/>
                  </a:cubicBezTo>
                  <a:cubicBezTo>
                    <a:pt x="1059" y="2012"/>
                    <a:pt x="1600" y="569"/>
                    <a:pt x="1653" y="438"/>
                  </a:cubicBezTo>
                  <a:lnTo>
                    <a:pt x="1706" y="12"/>
                  </a:lnTo>
                  <a:cubicBezTo>
                    <a:pt x="1648" y="4"/>
                    <a:pt x="1589" y="0"/>
                    <a:pt x="1530" y="0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8267605" y="2719923"/>
              <a:ext cx="64884" cy="157830"/>
            </a:xfrm>
            <a:custGeom>
              <a:rect b="b" l="l" r="r" t="t"/>
              <a:pathLst>
                <a:path extrusionOk="0" h="1946" w="800">
                  <a:moveTo>
                    <a:pt x="294" y="0"/>
                  </a:moveTo>
                  <a:lnTo>
                    <a:pt x="0" y="400"/>
                  </a:lnTo>
                  <a:cubicBezTo>
                    <a:pt x="187" y="1679"/>
                    <a:pt x="347" y="1945"/>
                    <a:pt x="480" y="1945"/>
                  </a:cubicBezTo>
                  <a:cubicBezTo>
                    <a:pt x="587" y="1945"/>
                    <a:pt x="747" y="1572"/>
                    <a:pt x="773" y="1279"/>
                  </a:cubicBezTo>
                  <a:cubicBezTo>
                    <a:pt x="800" y="800"/>
                    <a:pt x="640" y="320"/>
                    <a:pt x="294" y="0"/>
                  </a:cubicBezTo>
                  <a:close/>
                </a:path>
              </a:pathLst>
            </a:custGeom>
            <a:solidFill>
              <a:srgbClr val="210B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7887222" y="2816114"/>
              <a:ext cx="108194" cy="189137"/>
            </a:xfrm>
            <a:custGeom>
              <a:rect b="b" l="l" r="r" t="t"/>
              <a:pathLst>
                <a:path extrusionOk="0" h="2332" w="1334">
                  <a:moveTo>
                    <a:pt x="667" y="0"/>
                  </a:moveTo>
                  <a:cubicBezTo>
                    <a:pt x="334" y="0"/>
                    <a:pt x="1" y="227"/>
                    <a:pt x="1" y="680"/>
                  </a:cubicBezTo>
                  <a:lnTo>
                    <a:pt x="1" y="1665"/>
                  </a:lnTo>
                  <a:cubicBezTo>
                    <a:pt x="1" y="2038"/>
                    <a:pt x="294" y="2332"/>
                    <a:pt x="667" y="2332"/>
                  </a:cubicBezTo>
                  <a:cubicBezTo>
                    <a:pt x="1040" y="2332"/>
                    <a:pt x="1333" y="2038"/>
                    <a:pt x="1333" y="1665"/>
                  </a:cubicBezTo>
                  <a:lnTo>
                    <a:pt x="1333" y="680"/>
                  </a:lnTo>
                  <a:cubicBezTo>
                    <a:pt x="1333" y="227"/>
                    <a:pt x="1000" y="0"/>
                    <a:pt x="6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8289179" y="2822603"/>
              <a:ext cx="108194" cy="189137"/>
            </a:xfrm>
            <a:custGeom>
              <a:rect b="b" l="l" r="r" t="t"/>
              <a:pathLst>
                <a:path extrusionOk="0" h="2332" w="1334">
                  <a:moveTo>
                    <a:pt x="667" y="0"/>
                  </a:moveTo>
                  <a:cubicBezTo>
                    <a:pt x="334" y="0"/>
                    <a:pt x="1" y="226"/>
                    <a:pt x="1" y="679"/>
                  </a:cubicBezTo>
                  <a:lnTo>
                    <a:pt x="1" y="1665"/>
                  </a:lnTo>
                  <a:cubicBezTo>
                    <a:pt x="1" y="2038"/>
                    <a:pt x="321" y="2332"/>
                    <a:pt x="667" y="2332"/>
                  </a:cubicBezTo>
                  <a:cubicBezTo>
                    <a:pt x="1040" y="2332"/>
                    <a:pt x="1333" y="2038"/>
                    <a:pt x="1333" y="1665"/>
                  </a:cubicBezTo>
                  <a:lnTo>
                    <a:pt x="1333" y="679"/>
                  </a:lnTo>
                  <a:cubicBezTo>
                    <a:pt x="1333" y="226"/>
                    <a:pt x="1000" y="0"/>
                    <a:pt x="6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7928343" y="2627543"/>
              <a:ext cx="436588" cy="243721"/>
            </a:xfrm>
            <a:custGeom>
              <a:rect b="b" l="l" r="r" t="t"/>
              <a:pathLst>
                <a:path extrusionOk="0" h="3005" w="5383">
                  <a:moveTo>
                    <a:pt x="2676" y="1"/>
                  </a:moveTo>
                  <a:cubicBezTo>
                    <a:pt x="2432" y="1"/>
                    <a:pt x="2186" y="34"/>
                    <a:pt x="1945" y="100"/>
                  </a:cubicBezTo>
                  <a:cubicBezTo>
                    <a:pt x="1466" y="233"/>
                    <a:pt x="1013" y="500"/>
                    <a:pt x="693" y="873"/>
                  </a:cubicBezTo>
                  <a:cubicBezTo>
                    <a:pt x="213" y="1459"/>
                    <a:pt x="0" y="2232"/>
                    <a:pt x="133" y="3005"/>
                  </a:cubicBezTo>
                  <a:lnTo>
                    <a:pt x="293" y="2978"/>
                  </a:lnTo>
                  <a:cubicBezTo>
                    <a:pt x="160" y="2258"/>
                    <a:pt x="373" y="1539"/>
                    <a:pt x="826" y="979"/>
                  </a:cubicBezTo>
                  <a:cubicBezTo>
                    <a:pt x="1119" y="633"/>
                    <a:pt x="1546" y="393"/>
                    <a:pt x="1998" y="287"/>
                  </a:cubicBezTo>
                  <a:cubicBezTo>
                    <a:pt x="2238" y="216"/>
                    <a:pt x="2484" y="180"/>
                    <a:pt x="2728" y="180"/>
                  </a:cubicBezTo>
                  <a:cubicBezTo>
                    <a:pt x="3215" y="180"/>
                    <a:pt x="3695" y="322"/>
                    <a:pt x="4104" y="606"/>
                  </a:cubicBezTo>
                  <a:cubicBezTo>
                    <a:pt x="4823" y="1139"/>
                    <a:pt x="5196" y="2045"/>
                    <a:pt x="5063" y="2951"/>
                  </a:cubicBezTo>
                  <a:lnTo>
                    <a:pt x="5223" y="2951"/>
                  </a:lnTo>
                  <a:cubicBezTo>
                    <a:pt x="5383" y="1992"/>
                    <a:pt x="4983" y="1059"/>
                    <a:pt x="4210" y="473"/>
                  </a:cubicBezTo>
                  <a:cubicBezTo>
                    <a:pt x="3751" y="161"/>
                    <a:pt x="3217" y="1"/>
                    <a:pt x="26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7939130" y="2972730"/>
              <a:ext cx="214036" cy="134067"/>
            </a:xfrm>
            <a:custGeom>
              <a:rect b="b" l="l" r="r" t="t"/>
              <a:pathLst>
                <a:path extrusionOk="0" h="1653" w="2639">
                  <a:moveTo>
                    <a:pt x="0" y="1"/>
                  </a:moveTo>
                  <a:cubicBezTo>
                    <a:pt x="80" y="587"/>
                    <a:pt x="427" y="1120"/>
                    <a:pt x="933" y="1413"/>
                  </a:cubicBezTo>
                  <a:cubicBezTo>
                    <a:pt x="1199" y="1573"/>
                    <a:pt x="1492" y="1653"/>
                    <a:pt x="1786" y="1653"/>
                  </a:cubicBezTo>
                  <a:cubicBezTo>
                    <a:pt x="2079" y="1653"/>
                    <a:pt x="2372" y="1573"/>
                    <a:pt x="2638" y="1466"/>
                  </a:cubicBezTo>
                  <a:lnTo>
                    <a:pt x="2558" y="1307"/>
                  </a:lnTo>
                  <a:cubicBezTo>
                    <a:pt x="2313" y="1410"/>
                    <a:pt x="2054" y="1463"/>
                    <a:pt x="1799" y="1463"/>
                  </a:cubicBezTo>
                  <a:cubicBezTo>
                    <a:pt x="1528" y="1463"/>
                    <a:pt x="1260" y="1403"/>
                    <a:pt x="1013" y="1280"/>
                  </a:cubicBezTo>
                  <a:cubicBezTo>
                    <a:pt x="533" y="987"/>
                    <a:pt x="240" y="507"/>
                    <a:pt x="1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8099069" y="3074356"/>
              <a:ext cx="82159" cy="32442"/>
            </a:xfrm>
            <a:custGeom>
              <a:rect b="b" l="l" r="r" t="t"/>
              <a:pathLst>
                <a:path extrusionOk="0" h="400" w="1013">
                  <a:moveTo>
                    <a:pt x="506" y="0"/>
                  </a:moveTo>
                  <a:cubicBezTo>
                    <a:pt x="240" y="0"/>
                    <a:pt x="0" y="107"/>
                    <a:pt x="0" y="213"/>
                  </a:cubicBezTo>
                  <a:cubicBezTo>
                    <a:pt x="0" y="320"/>
                    <a:pt x="240" y="400"/>
                    <a:pt x="506" y="400"/>
                  </a:cubicBezTo>
                  <a:cubicBezTo>
                    <a:pt x="799" y="400"/>
                    <a:pt x="1013" y="320"/>
                    <a:pt x="1013" y="213"/>
                  </a:cubicBezTo>
                  <a:cubicBezTo>
                    <a:pt x="1013" y="107"/>
                    <a:pt x="799" y="0"/>
                    <a:pt x="5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21"/>
          <p:cNvGrpSpPr/>
          <p:nvPr/>
        </p:nvGrpSpPr>
        <p:grpSpPr>
          <a:xfrm>
            <a:off x="428250" y="478438"/>
            <a:ext cx="609850" cy="122100"/>
            <a:chOff x="713263" y="1493888"/>
            <a:chExt cx="609850" cy="122100"/>
          </a:xfrm>
        </p:grpSpPr>
        <p:sp>
          <p:nvSpPr>
            <p:cNvPr id="359" name="Google Shape;359;p21"/>
            <p:cNvSpPr/>
            <p:nvPr/>
          </p:nvSpPr>
          <p:spPr>
            <a:xfrm>
              <a:off x="71326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957138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120101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</p:grpSp>
      <p:cxnSp>
        <p:nvCxnSpPr>
          <p:cNvPr id="362" name="Google Shape;362;p21"/>
          <p:cNvCxnSpPr/>
          <p:nvPr/>
        </p:nvCxnSpPr>
        <p:spPr>
          <a:xfrm>
            <a:off x="428250" y="351050"/>
            <a:ext cx="828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21"/>
          <p:cNvSpPr txBox="1"/>
          <p:nvPr>
            <p:ph idx="1" type="subTitle"/>
          </p:nvPr>
        </p:nvSpPr>
        <p:spPr>
          <a:xfrm>
            <a:off x="4306375" y="3876760"/>
            <a:ext cx="41253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Especialización en Ciencia de Datos e Inteligencia Artificial 2025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Leticia Colombo - Jeasmine Ñahui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"/>
          <p:cNvSpPr txBox="1"/>
          <p:nvPr>
            <p:ph idx="2" type="subTitle"/>
          </p:nvPr>
        </p:nvSpPr>
        <p:spPr>
          <a:xfrm>
            <a:off x="3945675" y="1698514"/>
            <a:ext cx="4416000" cy="11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 entidades financieras reciben un </a:t>
            </a: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alto volumen de reclamos </a:t>
            </a:r>
            <a:r>
              <a:rPr lang="en"/>
              <a:t>a través de canales digitales como chat, app móvil y web. Estos mensajes </a:t>
            </a:r>
            <a:r>
              <a:rPr lang="en"/>
              <a:t>estan</a:t>
            </a:r>
            <a:r>
              <a:rPr lang="en"/>
              <a:t> </a:t>
            </a: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redactados en texto libre</a:t>
            </a:r>
            <a:r>
              <a:rPr lang="en"/>
              <a:t> y suelen contener </a:t>
            </a: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múltiples intenciones</a:t>
            </a:r>
            <a:r>
              <a:rPr lang="en"/>
              <a:t> y detalles implícitos.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2"/>
          <p:cNvSpPr txBox="1"/>
          <p:nvPr>
            <p:ph idx="3" type="subTitle"/>
          </p:nvPr>
        </p:nvSpPr>
        <p:spPr>
          <a:xfrm>
            <a:off x="3945675" y="914700"/>
            <a:ext cx="45423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Contexto y </a:t>
            </a:r>
            <a:r>
              <a:rPr lang="en" sz="2900"/>
              <a:t>Problema</a:t>
            </a:r>
            <a:endParaRPr sz="2900"/>
          </a:p>
        </p:txBody>
      </p:sp>
      <p:grpSp>
        <p:nvGrpSpPr>
          <p:cNvPr id="370" name="Google Shape;370;p22"/>
          <p:cNvGrpSpPr/>
          <p:nvPr/>
        </p:nvGrpSpPr>
        <p:grpSpPr>
          <a:xfrm>
            <a:off x="713229" y="1818716"/>
            <a:ext cx="2877293" cy="2071011"/>
            <a:chOff x="3670629" y="657650"/>
            <a:chExt cx="2040489" cy="1468698"/>
          </a:xfrm>
        </p:grpSpPr>
        <p:sp>
          <p:nvSpPr>
            <p:cNvPr id="371" name="Google Shape;371;p22"/>
            <p:cNvSpPr/>
            <p:nvPr/>
          </p:nvSpPr>
          <p:spPr>
            <a:xfrm>
              <a:off x="4643168" y="811850"/>
              <a:ext cx="381296" cy="867881"/>
            </a:xfrm>
            <a:custGeom>
              <a:rect b="b" l="l" r="r" t="t"/>
              <a:pathLst>
                <a:path extrusionOk="0" h="8251" w="3625">
                  <a:moveTo>
                    <a:pt x="1866" y="0"/>
                  </a:moveTo>
                  <a:cubicBezTo>
                    <a:pt x="1600" y="0"/>
                    <a:pt x="1493" y="160"/>
                    <a:pt x="1200" y="160"/>
                  </a:cubicBezTo>
                  <a:cubicBezTo>
                    <a:pt x="1008" y="160"/>
                    <a:pt x="953" y="126"/>
                    <a:pt x="856" y="126"/>
                  </a:cubicBezTo>
                  <a:cubicBezTo>
                    <a:pt x="832" y="126"/>
                    <a:pt x="805" y="128"/>
                    <a:pt x="774" y="133"/>
                  </a:cubicBezTo>
                  <a:cubicBezTo>
                    <a:pt x="374" y="213"/>
                    <a:pt x="1" y="853"/>
                    <a:pt x="214" y="1199"/>
                  </a:cubicBezTo>
                  <a:cubicBezTo>
                    <a:pt x="294" y="1332"/>
                    <a:pt x="400" y="1412"/>
                    <a:pt x="534" y="1439"/>
                  </a:cubicBezTo>
                  <a:cubicBezTo>
                    <a:pt x="725" y="1210"/>
                    <a:pt x="971" y="1090"/>
                    <a:pt x="1164" y="1090"/>
                  </a:cubicBezTo>
                  <a:cubicBezTo>
                    <a:pt x="1240" y="1090"/>
                    <a:pt x="1307" y="1108"/>
                    <a:pt x="1360" y="1146"/>
                  </a:cubicBezTo>
                  <a:cubicBezTo>
                    <a:pt x="1466" y="1226"/>
                    <a:pt x="1520" y="1332"/>
                    <a:pt x="1520" y="1466"/>
                  </a:cubicBezTo>
                  <a:cubicBezTo>
                    <a:pt x="1493" y="1599"/>
                    <a:pt x="1440" y="1732"/>
                    <a:pt x="1360" y="1839"/>
                  </a:cubicBezTo>
                  <a:cubicBezTo>
                    <a:pt x="1093" y="2238"/>
                    <a:pt x="774" y="2638"/>
                    <a:pt x="427" y="3011"/>
                  </a:cubicBezTo>
                  <a:cubicBezTo>
                    <a:pt x="267" y="3144"/>
                    <a:pt x="161" y="3331"/>
                    <a:pt x="107" y="3544"/>
                  </a:cubicBezTo>
                  <a:cubicBezTo>
                    <a:pt x="134" y="3731"/>
                    <a:pt x="187" y="3890"/>
                    <a:pt x="294" y="4024"/>
                  </a:cubicBezTo>
                  <a:cubicBezTo>
                    <a:pt x="534" y="4290"/>
                    <a:pt x="667" y="4610"/>
                    <a:pt x="694" y="4956"/>
                  </a:cubicBezTo>
                  <a:cubicBezTo>
                    <a:pt x="640" y="5223"/>
                    <a:pt x="507" y="5463"/>
                    <a:pt x="347" y="5676"/>
                  </a:cubicBezTo>
                  <a:cubicBezTo>
                    <a:pt x="161" y="5889"/>
                    <a:pt x="107" y="6182"/>
                    <a:pt x="187" y="6448"/>
                  </a:cubicBezTo>
                  <a:cubicBezTo>
                    <a:pt x="241" y="6582"/>
                    <a:pt x="347" y="6688"/>
                    <a:pt x="374" y="6821"/>
                  </a:cubicBezTo>
                  <a:cubicBezTo>
                    <a:pt x="400" y="6928"/>
                    <a:pt x="400" y="7061"/>
                    <a:pt x="374" y="7168"/>
                  </a:cubicBezTo>
                  <a:cubicBezTo>
                    <a:pt x="317" y="7874"/>
                    <a:pt x="852" y="8251"/>
                    <a:pt x="1383" y="8251"/>
                  </a:cubicBezTo>
                  <a:cubicBezTo>
                    <a:pt x="1854" y="8251"/>
                    <a:pt x="2322" y="7954"/>
                    <a:pt x="2372" y="7328"/>
                  </a:cubicBezTo>
                  <a:cubicBezTo>
                    <a:pt x="2372" y="7141"/>
                    <a:pt x="2399" y="6981"/>
                    <a:pt x="2452" y="6795"/>
                  </a:cubicBezTo>
                  <a:cubicBezTo>
                    <a:pt x="2612" y="6475"/>
                    <a:pt x="3118" y="6502"/>
                    <a:pt x="3332" y="6209"/>
                  </a:cubicBezTo>
                  <a:cubicBezTo>
                    <a:pt x="3491" y="5942"/>
                    <a:pt x="3491" y="5622"/>
                    <a:pt x="3332" y="5356"/>
                  </a:cubicBezTo>
                  <a:cubicBezTo>
                    <a:pt x="3172" y="5089"/>
                    <a:pt x="3092" y="4796"/>
                    <a:pt x="3118" y="4477"/>
                  </a:cubicBezTo>
                  <a:cubicBezTo>
                    <a:pt x="3172" y="4157"/>
                    <a:pt x="3518" y="3917"/>
                    <a:pt x="3571" y="3597"/>
                  </a:cubicBezTo>
                  <a:cubicBezTo>
                    <a:pt x="3625" y="3171"/>
                    <a:pt x="3278" y="2798"/>
                    <a:pt x="3225" y="2398"/>
                  </a:cubicBezTo>
                  <a:cubicBezTo>
                    <a:pt x="3172" y="1865"/>
                    <a:pt x="3598" y="1359"/>
                    <a:pt x="3465" y="853"/>
                  </a:cubicBezTo>
                  <a:cubicBezTo>
                    <a:pt x="3385" y="533"/>
                    <a:pt x="3145" y="267"/>
                    <a:pt x="2825" y="160"/>
                  </a:cubicBezTo>
                  <a:cubicBezTo>
                    <a:pt x="2532" y="53"/>
                    <a:pt x="2186" y="0"/>
                    <a:pt x="1866" y="0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4149956" y="1436862"/>
              <a:ext cx="995050" cy="442934"/>
            </a:xfrm>
            <a:custGeom>
              <a:rect b="b" l="l" r="r" t="t"/>
              <a:pathLst>
                <a:path extrusionOk="0" h="4211" w="9460">
                  <a:moveTo>
                    <a:pt x="4690" y="0"/>
                  </a:moveTo>
                  <a:lnTo>
                    <a:pt x="3837" y="53"/>
                  </a:lnTo>
                  <a:lnTo>
                    <a:pt x="3677" y="53"/>
                  </a:lnTo>
                  <a:cubicBezTo>
                    <a:pt x="3624" y="1306"/>
                    <a:pt x="3224" y="1865"/>
                    <a:pt x="2851" y="2158"/>
                  </a:cubicBezTo>
                  <a:cubicBezTo>
                    <a:pt x="2132" y="2691"/>
                    <a:pt x="1252" y="2372"/>
                    <a:pt x="560" y="3038"/>
                  </a:cubicBezTo>
                  <a:cubicBezTo>
                    <a:pt x="267" y="3331"/>
                    <a:pt x="80" y="3704"/>
                    <a:pt x="0" y="4130"/>
                  </a:cubicBezTo>
                  <a:lnTo>
                    <a:pt x="9459" y="4210"/>
                  </a:lnTo>
                  <a:cubicBezTo>
                    <a:pt x="9353" y="3757"/>
                    <a:pt x="9140" y="3358"/>
                    <a:pt x="8820" y="3038"/>
                  </a:cubicBezTo>
                  <a:cubicBezTo>
                    <a:pt x="8074" y="2372"/>
                    <a:pt x="7221" y="2691"/>
                    <a:pt x="6528" y="2158"/>
                  </a:cubicBezTo>
                  <a:cubicBezTo>
                    <a:pt x="6155" y="1892"/>
                    <a:pt x="5756" y="1306"/>
                    <a:pt x="5702" y="53"/>
                  </a:cubicBezTo>
                  <a:lnTo>
                    <a:pt x="5542" y="53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rgbClr val="FC9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4581529" y="1411617"/>
              <a:ext cx="123382" cy="157041"/>
            </a:xfrm>
            <a:custGeom>
              <a:rect b="b" l="l" r="r" t="t"/>
              <a:pathLst>
                <a:path extrusionOk="0" h="1493" w="1173">
                  <a:moveTo>
                    <a:pt x="587" y="0"/>
                  </a:moveTo>
                  <a:cubicBezTo>
                    <a:pt x="267" y="0"/>
                    <a:pt x="1" y="320"/>
                    <a:pt x="1" y="746"/>
                  </a:cubicBezTo>
                  <a:cubicBezTo>
                    <a:pt x="1" y="1146"/>
                    <a:pt x="267" y="1492"/>
                    <a:pt x="587" y="1492"/>
                  </a:cubicBezTo>
                  <a:cubicBezTo>
                    <a:pt x="907" y="1492"/>
                    <a:pt x="1173" y="1146"/>
                    <a:pt x="1173" y="746"/>
                  </a:cubicBezTo>
                  <a:cubicBezTo>
                    <a:pt x="1173" y="320"/>
                    <a:pt x="907" y="0"/>
                    <a:pt x="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4438583" y="957532"/>
              <a:ext cx="406540" cy="552221"/>
            </a:xfrm>
            <a:custGeom>
              <a:rect b="b" l="l" r="r" t="t"/>
              <a:pathLst>
                <a:path extrusionOk="0" h="5250" w="3865">
                  <a:moveTo>
                    <a:pt x="1946" y="1"/>
                  </a:moveTo>
                  <a:cubicBezTo>
                    <a:pt x="1786" y="1"/>
                    <a:pt x="1626" y="1"/>
                    <a:pt x="1440" y="27"/>
                  </a:cubicBezTo>
                  <a:cubicBezTo>
                    <a:pt x="613" y="134"/>
                    <a:pt x="1" y="827"/>
                    <a:pt x="1" y="1653"/>
                  </a:cubicBezTo>
                  <a:lnTo>
                    <a:pt x="1" y="3358"/>
                  </a:lnTo>
                  <a:cubicBezTo>
                    <a:pt x="107" y="3944"/>
                    <a:pt x="427" y="4451"/>
                    <a:pt x="880" y="4824"/>
                  </a:cubicBezTo>
                  <a:cubicBezTo>
                    <a:pt x="1173" y="5037"/>
                    <a:pt x="1519" y="5197"/>
                    <a:pt x="1866" y="5250"/>
                  </a:cubicBezTo>
                  <a:lnTo>
                    <a:pt x="1972" y="5250"/>
                  </a:lnTo>
                  <a:cubicBezTo>
                    <a:pt x="2345" y="5197"/>
                    <a:pt x="2665" y="5037"/>
                    <a:pt x="2958" y="4824"/>
                  </a:cubicBezTo>
                  <a:cubicBezTo>
                    <a:pt x="3438" y="4451"/>
                    <a:pt x="3731" y="3944"/>
                    <a:pt x="3864" y="3358"/>
                  </a:cubicBezTo>
                  <a:lnTo>
                    <a:pt x="3864" y="1653"/>
                  </a:lnTo>
                  <a:cubicBezTo>
                    <a:pt x="3838" y="827"/>
                    <a:pt x="3225" y="134"/>
                    <a:pt x="2399" y="27"/>
                  </a:cubicBezTo>
                  <a:cubicBezTo>
                    <a:pt x="2239" y="1"/>
                    <a:pt x="2106" y="1"/>
                    <a:pt x="1946" y="1"/>
                  </a:cubicBezTo>
                  <a:close/>
                </a:path>
              </a:pathLst>
            </a:custGeom>
            <a:solidFill>
              <a:srgbClr val="FC9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4379785" y="1187362"/>
              <a:ext cx="95403" cy="129062"/>
            </a:xfrm>
            <a:custGeom>
              <a:rect b="b" l="l" r="r" t="t"/>
              <a:pathLst>
                <a:path extrusionOk="0" h="1227" w="907">
                  <a:moveTo>
                    <a:pt x="453" y="1"/>
                  </a:moveTo>
                  <a:cubicBezTo>
                    <a:pt x="187" y="1"/>
                    <a:pt x="0" y="267"/>
                    <a:pt x="0" y="614"/>
                  </a:cubicBezTo>
                  <a:cubicBezTo>
                    <a:pt x="0" y="960"/>
                    <a:pt x="187" y="1226"/>
                    <a:pt x="453" y="1226"/>
                  </a:cubicBezTo>
                  <a:cubicBezTo>
                    <a:pt x="693" y="1226"/>
                    <a:pt x="906" y="960"/>
                    <a:pt x="906" y="614"/>
                  </a:cubicBezTo>
                  <a:cubicBezTo>
                    <a:pt x="906" y="267"/>
                    <a:pt x="693" y="1"/>
                    <a:pt x="453" y="1"/>
                  </a:cubicBezTo>
                  <a:close/>
                </a:path>
              </a:pathLst>
            </a:custGeom>
            <a:solidFill>
              <a:srgbClr val="FC9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4811358" y="1187362"/>
              <a:ext cx="95403" cy="129062"/>
            </a:xfrm>
            <a:custGeom>
              <a:rect b="b" l="l" r="r" t="t"/>
              <a:pathLst>
                <a:path extrusionOk="0" h="1227" w="907">
                  <a:moveTo>
                    <a:pt x="454" y="1"/>
                  </a:moveTo>
                  <a:cubicBezTo>
                    <a:pt x="214" y="1"/>
                    <a:pt x="1" y="267"/>
                    <a:pt x="1" y="614"/>
                  </a:cubicBezTo>
                  <a:cubicBezTo>
                    <a:pt x="1" y="960"/>
                    <a:pt x="214" y="1226"/>
                    <a:pt x="454" y="1226"/>
                  </a:cubicBezTo>
                  <a:cubicBezTo>
                    <a:pt x="693" y="1226"/>
                    <a:pt x="906" y="960"/>
                    <a:pt x="906" y="614"/>
                  </a:cubicBezTo>
                  <a:cubicBezTo>
                    <a:pt x="906" y="267"/>
                    <a:pt x="693" y="1"/>
                    <a:pt x="454" y="1"/>
                  </a:cubicBezTo>
                  <a:close/>
                </a:path>
              </a:pathLst>
            </a:custGeom>
            <a:solidFill>
              <a:srgbClr val="FC9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4623603" y="1327469"/>
              <a:ext cx="39339" cy="11360"/>
            </a:xfrm>
            <a:custGeom>
              <a:rect b="b" l="l" r="r" t="t"/>
              <a:pathLst>
                <a:path extrusionOk="0" h="108" w="374">
                  <a:moveTo>
                    <a:pt x="187" y="1"/>
                  </a:moveTo>
                  <a:cubicBezTo>
                    <a:pt x="107" y="1"/>
                    <a:pt x="54" y="28"/>
                    <a:pt x="0" y="54"/>
                  </a:cubicBezTo>
                  <a:cubicBezTo>
                    <a:pt x="54" y="81"/>
                    <a:pt x="107" y="108"/>
                    <a:pt x="187" y="108"/>
                  </a:cubicBezTo>
                  <a:cubicBezTo>
                    <a:pt x="240" y="108"/>
                    <a:pt x="320" y="81"/>
                    <a:pt x="373" y="54"/>
                  </a:cubicBezTo>
                  <a:cubicBezTo>
                    <a:pt x="320" y="28"/>
                    <a:pt x="240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4284487" y="1836882"/>
              <a:ext cx="675498" cy="45650"/>
            </a:xfrm>
            <a:custGeom>
              <a:rect b="b" l="l" r="r" t="t"/>
              <a:pathLst>
                <a:path extrusionOk="0" h="434" w="6422">
                  <a:moveTo>
                    <a:pt x="4929" y="1"/>
                  </a:moveTo>
                  <a:cubicBezTo>
                    <a:pt x="4841" y="1"/>
                    <a:pt x="4752" y="3"/>
                    <a:pt x="4663" y="7"/>
                  </a:cubicBezTo>
                  <a:cubicBezTo>
                    <a:pt x="4130" y="87"/>
                    <a:pt x="3597" y="141"/>
                    <a:pt x="3038" y="141"/>
                  </a:cubicBezTo>
                  <a:cubicBezTo>
                    <a:pt x="2638" y="141"/>
                    <a:pt x="2531" y="87"/>
                    <a:pt x="2185" y="34"/>
                  </a:cubicBezTo>
                  <a:cubicBezTo>
                    <a:pt x="2019" y="21"/>
                    <a:pt x="1852" y="14"/>
                    <a:pt x="1686" y="14"/>
                  </a:cubicBezTo>
                  <a:cubicBezTo>
                    <a:pt x="1189" y="14"/>
                    <a:pt x="700" y="74"/>
                    <a:pt x="240" y="194"/>
                  </a:cubicBezTo>
                  <a:cubicBezTo>
                    <a:pt x="107" y="194"/>
                    <a:pt x="0" y="301"/>
                    <a:pt x="53" y="434"/>
                  </a:cubicBezTo>
                  <a:lnTo>
                    <a:pt x="6395" y="434"/>
                  </a:lnTo>
                  <a:cubicBezTo>
                    <a:pt x="6422" y="354"/>
                    <a:pt x="6395" y="247"/>
                    <a:pt x="6342" y="194"/>
                  </a:cubicBezTo>
                  <a:cubicBezTo>
                    <a:pt x="6315" y="167"/>
                    <a:pt x="6262" y="167"/>
                    <a:pt x="6235" y="167"/>
                  </a:cubicBezTo>
                  <a:cubicBezTo>
                    <a:pt x="5813" y="56"/>
                    <a:pt x="5373" y="1"/>
                    <a:pt x="4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4603934" y="1708661"/>
              <a:ext cx="64584" cy="23246"/>
            </a:xfrm>
            <a:custGeom>
              <a:rect b="b" l="l" r="r" t="t"/>
              <a:pathLst>
                <a:path extrusionOk="0" h="221" w="614">
                  <a:moveTo>
                    <a:pt x="614" y="1"/>
                  </a:moveTo>
                  <a:lnTo>
                    <a:pt x="1" y="81"/>
                  </a:lnTo>
                  <a:cubicBezTo>
                    <a:pt x="67" y="169"/>
                    <a:pt x="170" y="221"/>
                    <a:pt x="279" y="221"/>
                  </a:cubicBezTo>
                  <a:cubicBezTo>
                    <a:pt x="301" y="221"/>
                    <a:pt x="324" y="219"/>
                    <a:pt x="347" y="214"/>
                  </a:cubicBezTo>
                  <a:cubicBezTo>
                    <a:pt x="480" y="187"/>
                    <a:pt x="560" y="107"/>
                    <a:pt x="614" y="1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4673987" y="1747895"/>
              <a:ext cx="249604" cy="20827"/>
            </a:xfrm>
            <a:custGeom>
              <a:rect b="b" l="l" r="r" t="t"/>
              <a:pathLst>
                <a:path extrusionOk="0" h="198" w="2373">
                  <a:moveTo>
                    <a:pt x="2372" y="1"/>
                  </a:moveTo>
                  <a:lnTo>
                    <a:pt x="987" y="54"/>
                  </a:lnTo>
                  <a:lnTo>
                    <a:pt x="1" y="54"/>
                  </a:lnTo>
                  <a:cubicBezTo>
                    <a:pt x="54" y="54"/>
                    <a:pt x="107" y="81"/>
                    <a:pt x="214" y="134"/>
                  </a:cubicBezTo>
                  <a:cubicBezTo>
                    <a:pt x="390" y="173"/>
                    <a:pt x="565" y="198"/>
                    <a:pt x="741" y="198"/>
                  </a:cubicBezTo>
                  <a:cubicBezTo>
                    <a:pt x="805" y="198"/>
                    <a:pt x="869" y="194"/>
                    <a:pt x="933" y="187"/>
                  </a:cubicBezTo>
                  <a:cubicBezTo>
                    <a:pt x="1573" y="134"/>
                    <a:pt x="2159" y="27"/>
                    <a:pt x="2372" y="1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4362955" y="1747895"/>
              <a:ext cx="249499" cy="20827"/>
            </a:xfrm>
            <a:custGeom>
              <a:rect b="b" l="l" r="r" t="t"/>
              <a:pathLst>
                <a:path extrusionOk="0" h="198" w="2372">
                  <a:moveTo>
                    <a:pt x="0" y="1"/>
                  </a:moveTo>
                  <a:lnTo>
                    <a:pt x="0" y="1"/>
                  </a:lnTo>
                  <a:cubicBezTo>
                    <a:pt x="213" y="27"/>
                    <a:pt x="800" y="134"/>
                    <a:pt x="1439" y="187"/>
                  </a:cubicBezTo>
                  <a:cubicBezTo>
                    <a:pt x="1503" y="194"/>
                    <a:pt x="1568" y="198"/>
                    <a:pt x="1632" y="198"/>
                  </a:cubicBezTo>
                  <a:cubicBezTo>
                    <a:pt x="1807" y="198"/>
                    <a:pt x="1983" y="173"/>
                    <a:pt x="2159" y="134"/>
                  </a:cubicBezTo>
                  <a:cubicBezTo>
                    <a:pt x="2265" y="81"/>
                    <a:pt x="2318" y="54"/>
                    <a:pt x="2372" y="54"/>
                  </a:cubicBezTo>
                  <a:lnTo>
                    <a:pt x="1386" y="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4603934" y="1430025"/>
              <a:ext cx="81413" cy="15357"/>
            </a:xfrm>
            <a:custGeom>
              <a:rect b="b" l="l" r="r" t="t"/>
              <a:pathLst>
                <a:path extrusionOk="0" h="146" w="774">
                  <a:moveTo>
                    <a:pt x="55" y="0"/>
                  </a:moveTo>
                  <a:cubicBezTo>
                    <a:pt x="39" y="0"/>
                    <a:pt x="27" y="12"/>
                    <a:pt x="27" y="12"/>
                  </a:cubicBezTo>
                  <a:cubicBezTo>
                    <a:pt x="1" y="38"/>
                    <a:pt x="27" y="65"/>
                    <a:pt x="54" y="92"/>
                  </a:cubicBezTo>
                  <a:cubicBezTo>
                    <a:pt x="134" y="118"/>
                    <a:pt x="267" y="145"/>
                    <a:pt x="374" y="145"/>
                  </a:cubicBezTo>
                  <a:lnTo>
                    <a:pt x="400" y="145"/>
                  </a:lnTo>
                  <a:cubicBezTo>
                    <a:pt x="507" y="145"/>
                    <a:pt x="640" y="118"/>
                    <a:pt x="747" y="92"/>
                  </a:cubicBezTo>
                  <a:cubicBezTo>
                    <a:pt x="773" y="65"/>
                    <a:pt x="773" y="65"/>
                    <a:pt x="773" y="38"/>
                  </a:cubicBezTo>
                  <a:cubicBezTo>
                    <a:pt x="747" y="12"/>
                    <a:pt x="720" y="12"/>
                    <a:pt x="720" y="12"/>
                  </a:cubicBezTo>
                  <a:cubicBezTo>
                    <a:pt x="614" y="65"/>
                    <a:pt x="480" y="65"/>
                    <a:pt x="374" y="65"/>
                  </a:cubicBezTo>
                  <a:cubicBezTo>
                    <a:pt x="267" y="65"/>
                    <a:pt x="161" y="38"/>
                    <a:pt x="81" y="12"/>
                  </a:cubicBezTo>
                  <a:cubicBezTo>
                    <a:pt x="72" y="3"/>
                    <a:pt x="63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4508636" y="1212186"/>
              <a:ext cx="56169" cy="45755"/>
            </a:xfrm>
            <a:custGeom>
              <a:rect b="b" l="l" r="r" t="t"/>
              <a:pathLst>
                <a:path extrusionOk="0" h="435" w="534">
                  <a:moveTo>
                    <a:pt x="226" y="0"/>
                  </a:moveTo>
                  <a:cubicBezTo>
                    <a:pt x="113" y="0"/>
                    <a:pt x="25" y="98"/>
                    <a:pt x="1" y="218"/>
                  </a:cubicBezTo>
                  <a:cubicBezTo>
                    <a:pt x="25" y="337"/>
                    <a:pt x="113" y="435"/>
                    <a:pt x="226" y="435"/>
                  </a:cubicBezTo>
                  <a:cubicBezTo>
                    <a:pt x="240" y="435"/>
                    <a:pt x="253" y="434"/>
                    <a:pt x="267" y="431"/>
                  </a:cubicBezTo>
                  <a:cubicBezTo>
                    <a:pt x="400" y="431"/>
                    <a:pt x="507" y="351"/>
                    <a:pt x="534" y="218"/>
                  </a:cubicBezTo>
                  <a:cubicBezTo>
                    <a:pt x="510" y="98"/>
                    <a:pt x="422" y="0"/>
                    <a:pt x="308" y="0"/>
                  </a:cubicBezTo>
                  <a:cubicBezTo>
                    <a:pt x="295" y="0"/>
                    <a:pt x="281" y="2"/>
                    <a:pt x="267" y="4"/>
                  </a:cubicBezTo>
                  <a:cubicBezTo>
                    <a:pt x="253" y="2"/>
                    <a:pt x="240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4469402" y="1192306"/>
              <a:ext cx="112232" cy="56800"/>
            </a:xfrm>
            <a:custGeom>
              <a:rect b="b" l="l" r="r" t="t"/>
              <a:pathLst>
                <a:path extrusionOk="0" h="540" w="1067">
                  <a:moveTo>
                    <a:pt x="596" y="0"/>
                  </a:moveTo>
                  <a:cubicBezTo>
                    <a:pt x="344" y="0"/>
                    <a:pt x="106" y="149"/>
                    <a:pt x="1" y="380"/>
                  </a:cubicBezTo>
                  <a:cubicBezTo>
                    <a:pt x="148" y="270"/>
                    <a:pt x="333" y="210"/>
                    <a:pt x="522" y="210"/>
                  </a:cubicBezTo>
                  <a:cubicBezTo>
                    <a:pt x="606" y="210"/>
                    <a:pt x="691" y="222"/>
                    <a:pt x="773" y="247"/>
                  </a:cubicBezTo>
                  <a:cubicBezTo>
                    <a:pt x="960" y="327"/>
                    <a:pt x="1040" y="540"/>
                    <a:pt x="1067" y="540"/>
                  </a:cubicBezTo>
                  <a:cubicBezTo>
                    <a:pt x="1067" y="327"/>
                    <a:pt x="960" y="140"/>
                    <a:pt x="800" y="34"/>
                  </a:cubicBezTo>
                  <a:cubicBezTo>
                    <a:pt x="733" y="11"/>
                    <a:pt x="664" y="0"/>
                    <a:pt x="596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4460988" y="1209661"/>
              <a:ext cx="123487" cy="42284"/>
            </a:xfrm>
            <a:custGeom>
              <a:rect b="b" l="l" r="r" t="t"/>
              <a:pathLst>
                <a:path extrusionOk="0" h="402" w="1174">
                  <a:moveTo>
                    <a:pt x="537" y="0"/>
                  </a:moveTo>
                  <a:cubicBezTo>
                    <a:pt x="352" y="0"/>
                    <a:pt x="171" y="61"/>
                    <a:pt x="27" y="188"/>
                  </a:cubicBezTo>
                  <a:cubicBezTo>
                    <a:pt x="1" y="215"/>
                    <a:pt x="1" y="242"/>
                    <a:pt x="27" y="242"/>
                  </a:cubicBezTo>
                  <a:cubicBezTo>
                    <a:pt x="41" y="255"/>
                    <a:pt x="47" y="262"/>
                    <a:pt x="54" y="262"/>
                  </a:cubicBezTo>
                  <a:cubicBezTo>
                    <a:pt x="61" y="262"/>
                    <a:pt x="67" y="255"/>
                    <a:pt x="81" y="242"/>
                  </a:cubicBezTo>
                  <a:cubicBezTo>
                    <a:pt x="221" y="133"/>
                    <a:pt x="379" y="78"/>
                    <a:pt x="539" y="78"/>
                  </a:cubicBezTo>
                  <a:cubicBezTo>
                    <a:pt x="653" y="78"/>
                    <a:pt x="769" y="106"/>
                    <a:pt x="880" y="162"/>
                  </a:cubicBezTo>
                  <a:cubicBezTo>
                    <a:pt x="987" y="188"/>
                    <a:pt x="1067" y="268"/>
                    <a:pt x="1120" y="375"/>
                  </a:cubicBezTo>
                  <a:cubicBezTo>
                    <a:pt x="1120" y="375"/>
                    <a:pt x="1120" y="402"/>
                    <a:pt x="1147" y="402"/>
                  </a:cubicBezTo>
                  <a:lnTo>
                    <a:pt x="1173" y="402"/>
                  </a:lnTo>
                  <a:cubicBezTo>
                    <a:pt x="1173" y="375"/>
                    <a:pt x="1173" y="348"/>
                    <a:pt x="1173" y="348"/>
                  </a:cubicBezTo>
                  <a:cubicBezTo>
                    <a:pt x="1120" y="242"/>
                    <a:pt x="1013" y="135"/>
                    <a:pt x="907" y="82"/>
                  </a:cubicBezTo>
                  <a:cubicBezTo>
                    <a:pt x="789" y="28"/>
                    <a:pt x="662" y="0"/>
                    <a:pt x="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4710486" y="1212081"/>
              <a:ext cx="56169" cy="45861"/>
            </a:xfrm>
            <a:custGeom>
              <a:rect b="b" l="l" r="r" t="t"/>
              <a:pathLst>
                <a:path extrusionOk="0" h="436" w="534">
                  <a:moveTo>
                    <a:pt x="216" y="0"/>
                  </a:moveTo>
                  <a:cubicBezTo>
                    <a:pt x="102" y="0"/>
                    <a:pt x="0" y="79"/>
                    <a:pt x="0" y="219"/>
                  </a:cubicBezTo>
                  <a:cubicBezTo>
                    <a:pt x="0" y="325"/>
                    <a:pt x="134" y="432"/>
                    <a:pt x="267" y="432"/>
                  </a:cubicBezTo>
                  <a:cubicBezTo>
                    <a:pt x="281" y="435"/>
                    <a:pt x="294" y="436"/>
                    <a:pt x="308" y="436"/>
                  </a:cubicBezTo>
                  <a:cubicBezTo>
                    <a:pt x="421" y="436"/>
                    <a:pt x="509" y="338"/>
                    <a:pt x="533" y="219"/>
                  </a:cubicBezTo>
                  <a:cubicBezTo>
                    <a:pt x="509" y="99"/>
                    <a:pt x="421" y="1"/>
                    <a:pt x="308" y="1"/>
                  </a:cubicBezTo>
                  <a:cubicBezTo>
                    <a:pt x="294" y="1"/>
                    <a:pt x="281" y="3"/>
                    <a:pt x="267" y="5"/>
                  </a:cubicBezTo>
                  <a:cubicBezTo>
                    <a:pt x="250" y="2"/>
                    <a:pt x="233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4693657" y="1192306"/>
              <a:ext cx="114967" cy="56800"/>
            </a:xfrm>
            <a:custGeom>
              <a:rect b="b" l="l" r="r" t="t"/>
              <a:pathLst>
                <a:path extrusionOk="0" h="540" w="1093">
                  <a:moveTo>
                    <a:pt x="495" y="0"/>
                  </a:moveTo>
                  <a:cubicBezTo>
                    <a:pt x="429" y="0"/>
                    <a:pt x="361" y="11"/>
                    <a:pt x="294" y="34"/>
                  </a:cubicBezTo>
                  <a:cubicBezTo>
                    <a:pt x="107" y="140"/>
                    <a:pt x="0" y="327"/>
                    <a:pt x="0" y="540"/>
                  </a:cubicBezTo>
                  <a:cubicBezTo>
                    <a:pt x="27" y="540"/>
                    <a:pt x="107" y="327"/>
                    <a:pt x="320" y="247"/>
                  </a:cubicBezTo>
                  <a:cubicBezTo>
                    <a:pt x="403" y="222"/>
                    <a:pt x="485" y="210"/>
                    <a:pt x="567" y="210"/>
                  </a:cubicBezTo>
                  <a:cubicBezTo>
                    <a:pt x="749" y="210"/>
                    <a:pt x="927" y="270"/>
                    <a:pt x="1093" y="380"/>
                  </a:cubicBezTo>
                  <a:cubicBezTo>
                    <a:pt x="967" y="149"/>
                    <a:pt x="741" y="0"/>
                    <a:pt x="495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4688082" y="1209661"/>
              <a:ext cx="126222" cy="42284"/>
            </a:xfrm>
            <a:custGeom>
              <a:rect b="b" l="l" r="r" t="t"/>
              <a:pathLst>
                <a:path extrusionOk="0" h="402" w="1200">
                  <a:moveTo>
                    <a:pt x="663" y="0"/>
                  </a:moveTo>
                  <a:cubicBezTo>
                    <a:pt x="538" y="0"/>
                    <a:pt x="411" y="28"/>
                    <a:pt x="293" y="82"/>
                  </a:cubicBezTo>
                  <a:cubicBezTo>
                    <a:pt x="187" y="135"/>
                    <a:pt x="80" y="215"/>
                    <a:pt x="27" y="348"/>
                  </a:cubicBezTo>
                  <a:cubicBezTo>
                    <a:pt x="0" y="348"/>
                    <a:pt x="0" y="375"/>
                    <a:pt x="27" y="402"/>
                  </a:cubicBezTo>
                  <a:lnTo>
                    <a:pt x="53" y="402"/>
                  </a:lnTo>
                  <a:cubicBezTo>
                    <a:pt x="53" y="402"/>
                    <a:pt x="80" y="375"/>
                    <a:pt x="80" y="375"/>
                  </a:cubicBezTo>
                  <a:cubicBezTo>
                    <a:pt x="133" y="268"/>
                    <a:pt x="213" y="188"/>
                    <a:pt x="320" y="135"/>
                  </a:cubicBezTo>
                  <a:cubicBezTo>
                    <a:pt x="422" y="94"/>
                    <a:pt x="529" y="73"/>
                    <a:pt x="635" y="73"/>
                  </a:cubicBezTo>
                  <a:cubicBezTo>
                    <a:pt x="804" y="73"/>
                    <a:pt x="972" y="127"/>
                    <a:pt x="1119" y="242"/>
                  </a:cubicBezTo>
                  <a:cubicBezTo>
                    <a:pt x="1119" y="255"/>
                    <a:pt x="1126" y="262"/>
                    <a:pt x="1136" y="262"/>
                  </a:cubicBezTo>
                  <a:cubicBezTo>
                    <a:pt x="1146" y="262"/>
                    <a:pt x="1159" y="255"/>
                    <a:pt x="1173" y="242"/>
                  </a:cubicBezTo>
                  <a:cubicBezTo>
                    <a:pt x="1199" y="215"/>
                    <a:pt x="1199" y="188"/>
                    <a:pt x="1173" y="188"/>
                  </a:cubicBezTo>
                  <a:cubicBezTo>
                    <a:pt x="1029" y="61"/>
                    <a:pt x="848" y="0"/>
                    <a:pt x="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4690817" y="1159383"/>
              <a:ext cx="137477" cy="39339"/>
            </a:xfrm>
            <a:custGeom>
              <a:rect b="b" l="l" r="r" t="t"/>
              <a:pathLst>
                <a:path extrusionOk="0" h="374" w="1307">
                  <a:moveTo>
                    <a:pt x="587" y="0"/>
                  </a:moveTo>
                  <a:cubicBezTo>
                    <a:pt x="480" y="0"/>
                    <a:pt x="321" y="0"/>
                    <a:pt x="107" y="27"/>
                  </a:cubicBezTo>
                  <a:cubicBezTo>
                    <a:pt x="54" y="80"/>
                    <a:pt x="27" y="160"/>
                    <a:pt x="27" y="240"/>
                  </a:cubicBezTo>
                  <a:cubicBezTo>
                    <a:pt x="1" y="293"/>
                    <a:pt x="1" y="320"/>
                    <a:pt x="27" y="373"/>
                  </a:cubicBezTo>
                  <a:cubicBezTo>
                    <a:pt x="214" y="293"/>
                    <a:pt x="400" y="267"/>
                    <a:pt x="614" y="240"/>
                  </a:cubicBezTo>
                  <a:cubicBezTo>
                    <a:pt x="684" y="232"/>
                    <a:pt x="754" y="229"/>
                    <a:pt x="824" y="229"/>
                  </a:cubicBezTo>
                  <a:cubicBezTo>
                    <a:pt x="992" y="229"/>
                    <a:pt x="1156" y="248"/>
                    <a:pt x="1306" y="267"/>
                  </a:cubicBezTo>
                  <a:cubicBezTo>
                    <a:pt x="1226" y="160"/>
                    <a:pt x="1120" y="107"/>
                    <a:pt x="1013" y="54"/>
                  </a:cubicBezTo>
                  <a:cubicBezTo>
                    <a:pt x="880" y="0"/>
                    <a:pt x="720" y="0"/>
                    <a:pt x="587" y="0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4685242" y="1162117"/>
              <a:ext cx="14095" cy="36604"/>
            </a:xfrm>
            <a:custGeom>
              <a:rect b="b" l="l" r="r" t="t"/>
              <a:pathLst>
                <a:path extrusionOk="0" h="348" w="134">
                  <a:moveTo>
                    <a:pt x="54" y="1"/>
                  </a:moveTo>
                  <a:cubicBezTo>
                    <a:pt x="54" y="54"/>
                    <a:pt x="27" y="81"/>
                    <a:pt x="27" y="134"/>
                  </a:cubicBezTo>
                  <a:cubicBezTo>
                    <a:pt x="0" y="214"/>
                    <a:pt x="0" y="267"/>
                    <a:pt x="27" y="347"/>
                  </a:cubicBezTo>
                  <a:cubicBezTo>
                    <a:pt x="27" y="347"/>
                    <a:pt x="54" y="214"/>
                    <a:pt x="54" y="187"/>
                  </a:cubicBezTo>
                  <a:cubicBezTo>
                    <a:pt x="80" y="134"/>
                    <a:pt x="80" y="81"/>
                    <a:pt x="107" y="28"/>
                  </a:cubicBezTo>
                  <a:cubicBezTo>
                    <a:pt x="107" y="1"/>
                    <a:pt x="107" y="1"/>
                    <a:pt x="134" y="1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4458253" y="1148128"/>
              <a:ext cx="137372" cy="39339"/>
            </a:xfrm>
            <a:custGeom>
              <a:rect b="b" l="l" r="r" t="t"/>
              <a:pathLst>
                <a:path extrusionOk="0" h="374" w="1306">
                  <a:moveTo>
                    <a:pt x="1146" y="1"/>
                  </a:moveTo>
                  <a:cubicBezTo>
                    <a:pt x="959" y="1"/>
                    <a:pt x="800" y="27"/>
                    <a:pt x="693" y="54"/>
                  </a:cubicBezTo>
                  <a:cubicBezTo>
                    <a:pt x="533" y="54"/>
                    <a:pt x="400" y="81"/>
                    <a:pt x="267" y="134"/>
                  </a:cubicBezTo>
                  <a:cubicBezTo>
                    <a:pt x="160" y="187"/>
                    <a:pt x="53" y="267"/>
                    <a:pt x="0" y="374"/>
                  </a:cubicBezTo>
                  <a:cubicBezTo>
                    <a:pt x="213" y="320"/>
                    <a:pt x="453" y="267"/>
                    <a:pt x="693" y="267"/>
                  </a:cubicBezTo>
                  <a:cubicBezTo>
                    <a:pt x="906" y="267"/>
                    <a:pt x="1093" y="294"/>
                    <a:pt x="1306" y="347"/>
                  </a:cubicBezTo>
                  <a:cubicBezTo>
                    <a:pt x="1306" y="294"/>
                    <a:pt x="1279" y="267"/>
                    <a:pt x="1279" y="214"/>
                  </a:cubicBezTo>
                  <a:cubicBezTo>
                    <a:pt x="1253" y="134"/>
                    <a:pt x="1199" y="81"/>
                    <a:pt x="1146" y="1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4584369" y="1148128"/>
              <a:ext cx="16935" cy="33764"/>
            </a:xfrm>
            <a:custGeom>
              <a:rect b="b" l="l" r="r" t="t"/>
              <a:pathLst>
                <a:path extrusionOk="0" h="321" w="161">
                  <a:moveTo>
                    <a:pt x="0" y="1"/>
                  </a:moveTo>
                  <a:cubicBezTo>
                    <a:pt x="27" y="1"/>
                    <a:pt x="27" y="27"/>
                    <a:pt x="27" y="27"/>
                  </a:cubicBezTo>
                  <a:cubicBezTo>
                    <a:pt x="54" y="81"/>
                    <a:pt x="80" y="134"/>
                    <a:pt x="107" y="187"/>
                  </a:cubicBezTo>
                  <a:cubicBezTo>
                    <a:pt x="107" y="214"/>
                    <a:pt x="160" y="320"/>
                    <a:pt x="160" y="320"/>
                  </a:cubicBezTo>
                  <a:cubicBezTo>
                    <a:pt x="160" y="267"/>
                    <a:pt x="160" y="187"/>
                    <a:pt x="133" y="134"/>
                  </a:cubicBezTo>
                  <a:cubicBezTo>
                    <a:pt x="107" y="81"/>
                    <a:pt x="80" y="54"/>
                    <a:pt x="80" y="1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4245254" y="1557299"/>
              <a:ext cx="768061" cy="507412"/>
            </a:xfrm>
            <a:custGeom>
              <a:rect b="b" l="l" r="r" t="t"/>
              <a:pathLst>
                <a:path extrusionOk="0" h="4824" w="7302">
                  <a:moveTo>
                    <a:pt x="2372" y="1"/>
                  </a:moveTo>
                  <a:lnTo>
                    <a:pt x="2265" y="694"/>
                  </a:lnTo>
                  <a:lnTo>
                    <a:pt x="1599" y="1813"/>
                  </a:lnTo>
                  <a:lnTo>
                    <a:pt x="1572" y="1866"/>
                  </a:lnTo>
                  <a:lnTo>
                    <a:pt x="1093" y="2719"/>
                  </a:lnTo>
                  <a:cubicBezTo>
                    <a:pt x="1093" y="2719"/>
                    <a:pt x="1093" y="2745"/>
                    <a:pt x="1093" y="2745"/>
                  </a:cubicBezTo>
                  <a:lnTo>
                    <a:pt x="959" y="2985"/>
                  </a:lnTo>
                  <a:lnTo>
                    <a:pt x="906" y="3065"/>
                  </a:lnTo>
                  <a:lnTo>
                    <a:pt x="213" y="4291"/>
                  </a:lnTo>
                  <a:cubicBezTo>
                    <a:pt x="187" y="4344"/>
                    <a:pt x="133" y="4424"/>
                    <a:pt x="107" y="4477"/>
                  </a:cubicBezTo>
                  <a:cubicBezTo>
                    <a:pt x="53" y="4584"/>
                    <a:pt x="27" y="4691"/>
                    <a:pt x="0" y="4824"/>
                  </a:cubicBezTo>
                  <a:lnTo>
                    <a:pt x="7301" y="4824"/>
                  </a:lnTo>
                  <a:cubicBezTo>
                    <a:pt x="7274" y="4691"/>
                    <a:pt x="7221" y="4584"/>
                    <a:pt x="7141" y="4477"/>
                  </a:cubicBezTo>
                  <a:cubicBezTo>
                    <a:pt x="7061" y="4344"/>
                    <a:pt x="6981" y="4238"/>
                    <a:pt x="6875" y="4158"/>
                  </a:cubicBezTo>
                  <a:lnTo>
                    <a:pt x="6368" y="3065"/>
                  </a:lnTo>
                  <a:lnTo>
                    <a:pt x="6368" y="3039"/>
                  </a:lnTo>
                  <a:lnTo>
                    <a:pt x="6235" y="2745"/>
                  </a:lnTo>
                  <a:cubicBezTo>
                    <a:pt x="6102" y="2452"/>
                    <a:pt x="5969" y="2159"/>
                    <a:pt x="5836" y="1893"/>
                  </a:cubicBezTo>
                  <a:lnTo>
                    <a:pt x="5809" y="1813"/>
                  </a:lnTo>
                  <a:cubicBezTo>
                    <a:pt x="5702" y="1573"/>
                    <a:pt x="5596" y="1333"/>
                    <a:pt x="5489" y="1093"/>
                  </a:cubicBezTo>
                  <a:lnTo>
                    <a:pt x="5329" y="747"/>
                  </a:lnTo>
                  <a:lnTo>
                    <a:pt x="5303" y="694"/>
                  </a:lnTo>
                  <a:cubicBezTo>
                    <a:pt x="5249" y="454"/>
                    <a:pt x="5169" y="241"/>
                    <a:pt x="5116" y="28"/>
                  </a:cubicBezTo>
                  <a:lnTo>
                    <a:pt x="4983" y="107"/>
                  </a:lnTo>
                  <a:lnTo>
                    <a:pt x="4237" y="507"/>
                  </a:lnTo>
                  <a:lnTo>
                    <a:pt x="3757" y="774"/>
                  </a:lnTo>
                  <a:cubicBezTo>
                    <a:pt x="3357" y="560"/>
                    <a:pt x="2958" y="321"/>
                    <a:pt x="2558" y="107"/>
                  </a:cubicBezTo>
                  <a:lnTo>
                    <a:pt x="23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4029414" y="1767144"/>
              <a:ext cx="339222" cy="297568"/>
            </a:xfrm>
            <a:custGeom>
              <a:rect b="b" l="l" r="r" t="t"/>
              <a:pathLst>
                <a:path extrusionOk="0" h="2829" w="3225">
                  <a:moveTo>
                    <a:pt x="2064" y="1"/>
                  </a:moveTo>
                  <a:cubicBezTo>
                    <a:pt x="1942" y="1"/>
                    <a:pt x="1820" y="19"/>
                    <a:pt x="1706" y="58"/>
                  </a:cubicBezTo>
                  <a:cubicBezTo>
                    <a:pt x="1546" y="297"/>
                    <a:pt x="1359" y="537"/>
                    <a:pt x="1199" y="777"/>
                  </a:cubicBezTo>
                  <a:cubicBezTo>
                    <a:pt x="1040" y="990"/>
                    <a:pt x="906" y="1230"/>
                    <a:pt x="746" y="1496"/>
                  </a:cubicBezTo>
                  <a:cubicBezTo>
                    <a:pt x="533" y="1816"/>
                    <a:pt x="347" y="2163"/>
                    <a:pt x="160" y="2482"/>
                  </a:cubicBezTo>
                  <a:cubicBezTo>
                    <a:pt x="107" y="2616"/>
                    <a:pt x="54" y="2722"/>
                    <a:pt x="0" y="2829"/>
                  </a:cubicBezTo>
                  <a:lnTo>
                    <a:pt x="2212" y="2829"/>
                  </a:lnTo>
                  <a:lnTo>
                    <a:pt x="2239" y="2775"/>
                  </a:lnTo>
                  <a:cubicBezTo>
                    <a:pt x="2292" y="2696"/>
                    <a:pt x="2345" y="2589"/>
                    <a:pt x="2398" y="2482"/>
                  </a:cubicBezTo>
                  <a:cubicBezTo>
                    <a:pt x="2692" y="2029"/>
                    <a:pt x="2958" y="1550"/>
                    <a:pt x="3224" y="1097"/>
                  </a:cubicBezTo>
                  <a:cubicBezTo>
                    <a:pt x="3224" y="1070"/>
                    <a:pt x="3224" y="1044"/>
                    <a:pt x="3224" y="1017"/>
                  </a:cubicBezTo>
                  <a:cubicBezTo>
                    <a:pt x="3198" y="937"/>
                    <a:pt x="3198" y="857"/>
                    <a:pt x="3171" y="777"/>
                  </a:cubicBezTo>
                  <a:lnTo>
                    <a:pt x="3171" y="750"/>
                  </a:lnTo>
                  <a:cubicBezTo>
                    <a:pt x="3091" y="591"/>
                    <a:pt x="3011" y="457"/>
                    <a:pt x="2905" y="324"/>
                  </a:cubicBezTo>
                  <a:cubicBezTo>
                    <a:pt x="2677" y="115"/>
                    <a:pt x="2367" y="1"/>
                    <a:pt x="2064" y="1"/>
                  </a:cubicBezTo>
                  <a:close/>
                </a:path>
              </a:pathLst>
            </a:custGeom>
            <a:solidFill>
              <a:srgbClr val="FC9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4007010" y="1630193"/>
              <a:ext cx="482168" cy="434519"/>
            </a:xfrm>
            <a:custGeom>
              <a:rect b="b" l="l" r="r" t="t"/>
              <a:pathLst>
                <a:path extrusionOk="0" h="4131" w="4584">
                  <a:moveTo>
                    <a:pt x="4530" y="1"/>
                  </a:moveTo>
                  <a:cubicBezTo>
                    <a:pt x="4237" y="27"/>
                    <a:pt x="3944" y="81"/>
                    <a:pt x="3677" y="161"/>
                  </a:cubicBezTo>
                  <a:cubicBezTo>
                    <a:pt x="3011" y="347"/>
                    <a:pt x="2398" y="720"/>
                    <a:pt x="1919" y="1200"/>
                  </a:cubicBezTo>
                  <a:cubicBezTo>
                    <a:pt x="1865" y="1253"/>
                    <a:pt x="1839" y="1280"/>
                    <a:pt x="1785" y="1333"/>
                  </a:cubicBezTo>
                  <a:cubicBezTo>
                    <a:pt x="1652" y="1493"/>
                    <a:pt x="1519" y="1653"/>
                    <a:pt x="1412" y="1839"/>
                  </a:cubicBezTo>
                  <a:cubicBezTo>
                    <a:pt x="1013" y="2479"/>
                    <a:pt x="586" y="3145"/>
                    <a:pt x="187" y="3811"/>
                  </a:cubicBezTo>
                  <a:cubicBezTo>
                    <a:pt x="107" y="3918"/>
                    <a:pt x="53" y="4024"/>
                    <a:pt x="0" y="4131"/>
                  </a:cubicBezTo>
                  <a:lnTo>
                    <a:pt x="2958" y="4131"/>
                  </a:lnTo>
                  <a:cubicBezTo>
                    <a:pt x="3038" y="4024"/>
                    <a:pt x="3091" y="3918"/>
                    <a:pt x="3171" y="3811"/>
                  </a:cubicBezTo>
                  <a:cubicBezTo>
                    <a:pt x="3464" y="3331"/>
                    <a:pt x="3757" y="2852"/>
                    <a:pt x="4024" y="2399"/>
                  </a:cubicBezTo>
                  <a:cubicBezTo>
                    <a:pt x="4050" y="2372"/>
                    <a:pt x="4077" y="2346"/>
                    <a:pt x="4077" y="2319"/>
                  </a:cubicBezTo>
                  <a:lnTo>
                    <a:pt x="4290" y="1972"/>
                  </a:lnTo>
                  <a:lnTo>
                    <a:pt x="4583" y="1493"/>
                  </a:lnTo>
                  <a:lnTo>
                    <a:pt x="4583" y="1253"/>
                  </a:lnTo>
                  <a:lnTo>
                    <a:pt x="4583" y="1146"/>
                  </a:lnTo>
                  <a:lnTo>
                    <a:pt x="45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4917911" y="1767144"/>
              <a:ext cx="339222" cy="297568"/>
            </a:xfrm>
            <a:custGeom>
              <a:rect b="b" l="l" r="r" t="t"/>
              <a:pathLst>
                <a:path extrusionOk="0" h="2829" w="3225">
                  <a:moveTo>
                    <a:pt x="1176" y="1"/>
                  </a:moveTo>
                  <a:cubicBezTo>
                    <a:pt x="870" y="1"/>
                    <a:pt x="574" y="115"/>
                    <a:pt x="346" y="324"/>
                  </a:cubicBezTo>
                  <a:cubicBezTo>
                    <a:pt x="213" y="457"/>
                    <a:pt x="107" y="617"/>
                    <a:pt x="53" y="804"/>
                  </a:cubicBezTo>
                  <a:cubicBezTo>
                    <a:pt x="27" y="884"/>
                    <a:pt x="0" y="964"/>
                    <a:pt x="0" y="1044"/>
                  </a:cubicBezTo>
                  <a:lnTo>
                    <a:pt x="0" y="1097"/>
                  </a:lnTo>
                  <a:lnTo>
                    <a:pt x="826" y="2482"/>
                  </a:lnTo>
                  <a:cubicBezTo>
                    <a:pt x="906" y="2616"/>
                    <a:pt x="959" y="2722"/>
                    <a:pt x="1039" y="2829"/>
                  </a:cubicBezTo>
                  <a:lnTo>
                    <a:pt x="3224" y="2829"/>
                  </a:lnTo>
                  <a:cubicBezTo>
                    <a:pt x="3171" y="2722"/>
                    <a:pt x="3118" y="2589"/>
                    <a:pt x="3064" y="2482"/>
                  </a:cubicBezTo>
                  <a:cubicBezTo>
                    <a:pt x="2878" y="2136"/>
                    <a:pt x="2691" y="1816"/>
                    <a:pt x="2505" y="1470"/>
                  </a:cubicBezTo>
                  <a:cubicBezTo>
                    <a:pt x="2372" y="1257"/>
                    <a:pt x="2212" y="1044"/>
                    <a:pt x="2078" y="830"/>
                  </a:cubicBezTo>
                  <a:cubicBezTo>
                    <a:pt x="1892" y="564"/>
                    <a:pt x="1732" y="297"/>
                    <a:pt x="1546" y="58"/>
                  </a:cubicBezTo>
                  <a:cubicBezTo>
                    <a:pt x="1423" y="19"/>
                    <a:pt x="1299" y="1"/>
                    <a:pt x="1176" y="1"/>
                  </a:cubicBezTo>
                  <a:close/>
                </a:path>
              </a:pathLst>
            </a:custGeom>
            <a:solidFill>
              <a:srgbClr val="FC91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4797369" y="1633033"/>
              <a:ext cx="485008" cy="431679"/>
            </a:xfrm>
            <a:custGeom>
              <a:rect b="b" l="l" r="r" t="t"/>
              <a:pathLst>
                <a:path extrusionOk="0" h="4104" w="4611">
                  <a:moveTo>
                    <a:pt x="54" y="0"/>
                  </a:moveTo>
                  <a:cubicBezTo>
                    <a:pt x="27" y="160"/>
                    <a:pt x="27" y="293"/>
                    <a:pt x="27" y="453"/>
                  </a:cubicBezTo>
                  <a:cubicBezTo>
                    <a:pt x="0" y="666"/>
                    <a:pt x="0" y="906"/>
                    <a:pt x="0" y="1146"/>
                  </a:cubicBezTo>
                  <a:lnTo>
                    <a:pt x="0" y="1253"/>
                  </a:lnTo>
                  <a:lnTo>
                    <a:pt x="0" y="1466"/>
                  </a:lnTo>
                  <a:lnTo>
                    <a:pt x="293" y="1945"/>
                  </a:lnTo>
                  <a:lnTo>
                    <a:pt x="533" y="2319"/>
                  </a:lnTo>
                  <a:lnTo>
                    <a:pt x="560" y="2345"/>
                  </a:lnTo>
                  <a:cubicBezTo>
                    <a:pt x="826" y="2825"/>
                    <a:pt x="1119" y="3278"/>
                    <a:pt x="1413" y="3757"/>
                  </a:cubicBezTo>
                  <a:cubicBezTo>
                    <a:pt x="1492" y="3864"/>
                    <a:pt x="1546" y="3971"/>
                    <a:pt x="1626" y="4104"/>
                  </a:cubicBezTo>
                  <a:lnTo>
                    <a:pt x="4610" y="4104"/>
                  </a:lnTo>
                  <a:cubicBezTo>
                    <a:pt x="4557" y="3997"/>
                    <a:pt x="4477" y="3864"/>
                    <a:pt x="4424" y="3757"/>
                  </a:cubicBezTo>
                  <a:lnTo>
                    <a:pt x="3198" y="1812"/>
                  </a:lnTo>
                  <a:cubicBezTo>
                    <a:pt x="3038" y="1572"/>
                    <a:pt x="2851" y="1386"/>
                    <a:pt x="2665" y="1199"/>
                  </a:cubicBezTo>
                  <a:cubicBezTo>
                    <a:pt x="2185" y="720"/>
                    <a:pt x="1572" y="373"/>
                    <a:pt x="906" y="160"/>
                  </a:cubicBezTo>
                  <a:cubicBezTo>
                    <a:pt x="826" y="134"/>
                    <a:pt x="746" y="134"/>
                    <a:pt x="666" y="107"/>
                  </a:cubicBezTo>
                  <a:cubicBezTo>
                    <a:pt x="453" y="54"/>
                    <a:pt x="267" y="27"/>
                    <a:pt x="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4483392" y="1557299"/>
              <a:ext cx="159881" cy="185126"/>
            </a:xfrm>
            <a:custGeom>
              <a:rect b="b" l="l" r="r" t="t"/>
              <a:pathLst>
                <a:path extrusionOk="0" h="1760" w="1520">
                  <a:moveTo>
                    <a:pt x="108" y="1"/>
                  </a:moveTo>
                  <a:lnTo>
                    <a:pt x="1" y="694"/>
                  </a:lnTo>
                  <a:lnTo>
                    <a:pt x="934" y="1760"/>
                  </a:lnTo>
                  <a:lnTo>
                    <a:pt x="1520" y="80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4637593" y="1562979"/>
              <a:ext cx="157041" cy="185020"/>
            </a:xfrm>
            <a:custGeom>
              <a:rect b="b" l="l" r="r" t="t"/>
              <a:pathLst>
                <a:path extrusionOk="0" h="1759" w="1493">
                  <a:moveTo>
                    <a:pt x="1386" y="0"/>
                  </a:moveTo>
                  <a:lnTo>
                    <a:pt x="0" y="800"/>
                  </a:lnTo>
                  <a:lnTo>
                    <a:pt x="587" y="1759"/>
                  </a:lnTo>
                  <a:lnTo>
                    <a:pt x="1493" y="693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3F5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4187738" y="1862491"/>
              <a:ext cx="21285" cy="162083"/>
            </a:xfrm>
            <a:custGeom>
              <a:rect b="b" l="l" r="r" t="t"/>
              <a:pathLst>
                <a:path extrusionOk="0" h="1226" w="161">
                  <a:moveTo>
                    <a:pt x="134" y="0"/>
                  </a:moveTo>
                  <a:cubicBezTo>
                    <a:pt x="107" y="0"/>
                    <a:pt x="80" y="0"/>
                    <a:pt x="80" y="27"/>
                  </a:cubicBezTo>
                  <a:lnTo>
                    <a:pt x="0" y="1039"/>
                  </a:lnTo>
                  <a:cubicBezTo>
                    <a:pt x="0" y="1039"/>
                    <a:pt x="0" y="1039"/>
                    <a:pt x="0" y="1066"/>
                  </a:cubicBezTo>
                  <a:lnTo>
                    <a:pt x="0" y="1172"/>
                  </a:lnTo>
                  <a:cubicBezTo>
                    <a:pt x="0" y="1199"/>
                    <a:pt x="27" y="1226"/>
                    <a:pt x="54" y="1226"/>
                  </a:cubicBezTo>
                  <a:cubicBezTo>
                    <a:pt x="54" y="1226"/>
                    <a:pt x="80" y="1199"/>
                    <a:pt x="80" y="1199"/>
                  </a:cubicBezTo>
                  <a:lnTo>
                    <a:pt x="160" y="53"/>
                  </a:lnTo>
                  <a:cubicBezTo>
                    <a:pt x="160" y="27"/>
                    <a:pt x="160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5008463" y="1835124"/>
              <a:ext cx="98757" cy="178873"/>
            </a:xfrm>
            <a:custGeom>
              <a:rect b="b" l="l" r="r" t="t"/>
              <a:pathLst>
                <a:path extrusionOk="0" h="1353" w="747">
                  <a:moveTo>
                    <a:pt x="64" y="1"/>
                  </a:moveTo>
                  <a:cubicBezTo>
                    <a:pt x="54" y="1"/>
                    <a:pt x="41" y="7"/>
                    <a:pt x="27" y="21"/>
                  </a:cubicBezTo>
                  <a:cubicBezTo>
                    <a:pt x="1" y="21"/>
                    <a:pt x="1" y="47"/>
                    <a:pt x="1" y="74"/>
                  </a:cubicBezTo>
                  <a:lnTo>
                    <a:pt x="454" y="1006"/>
                  </a:lnTo>
                  <a:lnTo>
                    <a:pt x="667" y="1326"/>
                  </a:lnTo>
                  <a:cubicBezTo>
                    <a:pt x="667" y="1353"/>
                    <a:pt x="694" y="1353"/>
                    <a:pt x="720" y="1353"/>
                  </a:cubicBezTo>
                  <a:lnTo>
                    <a:pt x="747" y="1353"/>
                  </a:lnTo>
                  <a:cubicBezTo>
                    <a:pt x="747" y="1326"/>
                    <a:pt x="747" y="1300"/>
                    <a:pt x="747" y="1300"/>
                  </a:cubicBezTo>
                  <a:lnTo>
                    <a:pt x="534" y="953"/>
                  </a:lnTo>
                  <a:lnTo>
                    <a:pt x="81" y="21"/>
                  </a:lnTo>
                  <a:cubicBezTo>
                    <a:pt x="81" y="7"/>
                    <a:pt x="74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4643168" y="1714341"/>
              <a:ext cx="8520" cy="210265"/>
            </a:xfrm>
            <a:custGeom>
              <a:rect b="b" l="l" r="r" t="t"/>
              <a:pathLst>
                <a:path extrusionOk="0" h="1999" w="81">
                  <a:moveTo>
                    <a:pt x="27" y="0"/>
                  </a:moveTo>
                  <a:cubicBezTo>
                    <a:pt x="1" y="0"/>
                    <a:pt x="1" y="27"/>
                    <a:pt x="1" y="53"/>
                  </a:cubicBezTo>
                  <a:lnTo>
                    <a:pt x="1" y="1972"/>
                  </a:lnTo>
                  <a:cubicBezTo>
                    <a:pt x="1" y="1998"/>
                    <a:pt x="1" y="1998"/>
                    <a:pt x="27" y="1998"/>
                  </a:cubicBezTo>
                  <a:cubicBezTo>
                    <a:pt x="54" y="1998"/>
                    <a:pt x="81" y="1998"/>
                    <a:pt x="81" y="1972"/>
                  </a:cubicBezTo>
                  <a:lnTo>
                    <a:pt x="81" y="53"/>
                  </a:lnTo>
                  <a:cubicBezTo>
                    <a:pt x="81" y="27"/>
                    <a:pt x="54" y="0"/>
                    <a:pt x="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4573115" y="1359761"/>
              <a:ext cx="143052" cy="74576"/>
            </a:xfrm>
            <a:custGeom>
              <a:rect b="b" l="l" r="r" t="t"/>
              <a:pathLst>
                <a:path extrusionOk="0" h="709" w="1360">
                  <a:moveTo>
                    <a:pt x="690" y="0"/>
                  </a:moveTo>
                  <a:cubicBezTo>
                    <a:pt x="613" y="0"/>
                    <a:pt x="534" y="14"/>
                    <a:pt x="454" y="40"/>
                  </a:cubicBezTo>
                  <a:cubicBezTo>
                    <a:pt x="347" y="67"/>
                    <a:pt x="320" y="120"/>
                    <a:pt x="187" y="174"/>
                  </a:cubicBezTo>
                  <a:cubicBezTo>
                    <a:pt x="134" y="174"/>
                    <a:pt x="54" y="200"/>
                    <a:pt x="1" y="200"/>
                  </a:cubicBezTo>
                  <a:cubicBezTo>
                    <a:pt x="101" y="502"/>
                    <a:pt x="392" y="709"/>
                    <a:pt x="715" y="709"/>
                  </a:cubicBezTo>
                  <a:cubicBezTo>
                    <a:pt x="734" y="709"/>
                    <a:pt x="754" y="708"/>
                    <a:pt x="773" y="706"/>
                  </a:cubicBezTo>
                  <a:cubicBezTo>
                    <a:pt x="1066" y="653"/>
                    <a:pt x="1306" y="413"/>
                    <a:pt x="1360" y="120"/>
                  </a:cubicBezTo>
                  <a:lnTo>
                    <a:pt x="1146" y="120"/>
                  </a:lnTo>
                  <a:cubicBezTo>
                    <a:pt x="1066" y="94"/>
                    <a:pt x="987" y="67"/>
                    <a:pt x="907" y="40"/>
                  </a:cubicBezTo>
                  <a:cubicBezTo>
                    <a:pt x="840" y="14"/>
                    <a:pt x="767" y="0"/>
                    <a:pt x="690" y="0"/>
                  </a:cubicBezTo>
                  <a:close/>
                </a:path>
              </a:pathLst>
            </a:custGeom>
            <a:solidFill>
              <a:srgbClr val="D55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4592784" y="1383533"/>
              <a:ext cx="100978" cy="28190"/>
            </a:xfrm>
            <a:custGeom>
              <a:rect b="b" l="l" r="r" t="t"/>
              <a:pathLst>
                <a:path extrusionOk="0" h="268" w="960">
                  <a:moveTo>
                    <a:pt x="959" y="1"/>
                  </a:moveTo>
                  <a:cubicBezTo>
                    <a:pt x="826" y="1"/>
                    <a:pt x="693" y="28"/>
                    <a:pt x="533" y="28"/>
                  </a:cubicBezTo>
                  <a:cubicBezTo>
                    <a:pt x="373" y="28"/>
                    <a:pt x="160" y="54"/>
                    <a:pt x="0" y="54"/>
                  </a:cubicBezTo>
                  <a:cubicBezTo>
                    <a:pt x="107" y="161"/>
                    <a:pt x="267" y="241"/>
                    <a:pt x="453" y="267"/>
                  </a:cubicBezTo>
                  <a:cubicBezTo>
                    <a:pt x="666" y="241"/>
                    <a:pt x="853" y="161"/>
                    <a:pt x="9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4399349" y="928606"/>
              <a:ext cx="386870" cy="222361"/>
            </a:xfrm>
            <a:custGeom>
              <a:rect b="b" l="l" r="r" t="t"/>
              <a:pathLst>
                <a:path extrusionOk="0" h="2114" w="3678">
                  <a:moveTo>
                    <a:pt x="2250" y="0"/>
                  </a:moveTo>
                  <a:cubicBezTo>
                    <a:pt x="2184" y="0"/>
                    <a:pt x="2118" y="3"/>
                    <a:pt x="2052" y="9"/>
                  </a:cubicBezTo>
                  <a:cubicBezTo>
                    <a:pt x="1386" y="116"/>
                    <a:pt x="773" y="516"/>
                    <a:pt x="427" y="1102"/>
                  </a:cubicBezTo>
                  <a:cubicBezTo>
                    <a:pt x="214" y="1395"/>
                    <a:pt x="1" y="1661"/>
                    <a:pt x="107" y="1874"/>
                  </a:cubicBezTo>
                  <a:cubicBezTo>
                    <a:pt x="191" y="2043"/>
                    <a:pt x="454" y="2113"/>
                    <a:pt x="786" y="2113"/>
                  </a:cubicBezTo>
                  <a:cubicBezTo>
                    <a:pt x="1190" y="2113"/>
                    <a:pt x="1696" y="2009"/>
                    <a:pt x="2106" y="1848"/>
                  </a:cubicBezTo>
                  <a:cubicBezTo>
                    <a:pt x="2745" y="1581"/>
                    <a:pt x="3305" y="1102"/>
                    <a:pt x="3678" y="516"/>
                  </a:cubicBezTo>
                  <a:cubicBezTo>
                    <a:pt x="3276" y="184"/>
                    <a:pt x="2769" y="0"/>
                    <a:pt x="2250" y="0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4721636" y="982776"/>
              <a:ext cx="145892" cy="221520"/>
            </a:xfrm>
            <a:custGeom>
              <a:rect b="b" l="l" r="r" t="t"/>
              <a:pathLst>
                <a:path extrusionOk="0" h="2106" w="1387">
                  <a:moveTo>
                    <a:pt x="614" y="1"/>
                  </a:moveTo>
                  <a:lnTo>
                    <a:pt x="1" y="347"/>
                  </a:lnTo>
                  <a:cubicBezTo>
                    <a:pt x="28" y="533"/>
                    <a:pt x="134" y="693"/>
                    <a:pt x="267" y="800"/>
                  </a:cubicBezTo>
                  <a:cubicBezTo>
                    <a:pt x="361" y="853"/>
                    <a:pt x="434" y="860"/>
                    <a:pt x="504" y="860"/>
                  </a:cubicBezTo>
                  <a:cubicBezTo>
                    <a:pt x="527" y="860"/>
                    <a:pt x="550" y="859"/>
                    <a:pt x="573" y="859"/>
                  </a:cubicBezTo>
                  <a:cubicBezTo>
                    <a:pt x="620" y="859"/>
                    <a:pt x="667" y="862"/>
                    <a:pt x="720" y="880"/>
                  </a:cubicBezTo>
                  <a:cubicBezTo>
                    <a:pt x="1200" y="1040"/>
                    <a:pt x="1173" y="2106"/>
                    <a:pt x="1253" y="2106"/>
                  </a:cubicBezTo>
                  <a:cubicBezTo>
                    <a:pt x="1386" y="1786"/>
                    <a:pt x="1386" y="1413"/>
                    <a:pt x="1280" y="1093"/>
                  </a:cubicBezTo>
                  <a:cubicBezTo>
                    <a:pt x="1147" y="667"/>
                    <a:pt x="933" y="294"/>
                    <a:pt x="614" y="1"/>
                  </a:cubicBezTo>
                  <a:close/>
                </a:path>
              </a:pathLst>
            </a:custGeom>
            <a:solidFill>
              <a:srgbClr val="0303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4334871" y="1134138"/>
              <a:ext cx="86988" cy="227094"/>
            </a:xfrm>
            <a:custGeom>
              <a:rect b="b" l="l" r="r" t="t"/>
              <a:pathLst>
                <a:path extrusionOk="0" h="2159" w="827">
                  <a:moveTo>
                    <a:pt x="694" y="0"/>
                  </a:moveTo>
                  <a:cubicBezTo>
                    <a:pt x="320" y="0"/>
                    <a:pt x="1" y="320"/>
                    <a:pt x="1" y="720"/>
                  </a:cubicBezTo>
                  <a:lnTo>
                    <a:pt x="1" y="1466"/>
                  </a:lnTo>
                  <a:cubicBezTo>
                    <a:pt x="1" y="1866"/>
                    <a:pt x="294" y="2159"/>
                    <a:pt x="694" y="2159"/>
                  </a:cubicBezTo>
                  <a:lnTo>
                    <a:pt x="827" y="2159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4421754" y="1162117"/>
              <a:ext cx="16935" cy="176711"/>
            </a:xfrm>
            <a:custGeom>
              <a:rect b="b" l="l" r="r" t="t"/>
              <a:pathLst>
                <a:path extrusionOk="0" h="1680" w="161">
                  <a:moveTo>
                    <a:pt x="54" y="1"/>
                  </a:moveTo>
                  <a:cubicBezTo>
                    <a:pt x="27" y="1"/>
                    <a:pt x="1" y="28"/>
                    <a:pt x="1" y="81"/>
                  </a:cubicBezTo>
                  <a:lnTo>
                    <a:pt x="1" y="1600"/>
                  </a:lnTo>
                  <a:cubicBezTo>
                    <a:pt x="1" y="1653"/>
                    <a:pt x="27" y="1680"/>
                    <a:pt x="54" y="1680"/>
                  </a:cubicBezTo>
                  <a:lnTo>
                    <a:pt x="81" y="1680"/>
                  </a:lnTo>
                  <a:cubicBezTo>
                    <a:pt x="134" y="1680"/>
                    <a:pt x="161" y="1653"/>
                    <a:pt x="161" y="1600"/>
                  </a:cubicBezTo>
                  <a:lnTo>
                    <a:pt x="161" y="81"/>
                  </a:lnTo>
                  <a:cubicBezTo>
                    <a:pt x="161" y="28"/>
                    <a:pt x="134" y="1"/>
                    <a:pt x="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4872997" y="1134138"/>
              <a:ext cx="86988" cy="227094"/>
            </a:xfrm>
            <a:custGeom>
              <a:rect b="b" l="l" r="r" t="t"/>
              <a:pathLst>
                <a:path extrusionOk="0" h="2159" w="827">
                  <a:moveTo>
                    <a:pt x="1" y="0"/>
                  </a:moveTo>
                  <a:lnTo>
                    <a:pt x="1" y="2159"/>
                  </a:lnTo>
                  <a:lnTo>
                    <a:pt x="107" y="2159"/>
                  </a:lnTo>
                  <a:cubicBezTo>
                    <a:pt x="507" y="2159"/>
                    <a:pt x="827" y="1866"/>
                    <a:pt x="827" y="1466"/>
                  </a:cubicBezTo>
                  <a:lnTo>
                    <a:pt x="827" y="693"/>
                  </a:lnTo>
                  <a:cubicBezTo>
                    <a:pt x="827" y="320"/>
                    <a:pt x="534" y="0"/>
                    <a:pt x="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4853432" y="1162117"/>
              <a:ext cx="19670" cy="176711"/>
            </a:xfrm>
            <a:custGeom>
              <a:rect b="b" l="l" r="r" t="t"/>
              <a:pathLst>
                <a:path extrusionOk="0" h="1680" w="187">
                  <a:moveTo>
                    <a:pt x="80" y="1"/>
                  </a:moveTo>
                  <a:cubicBezTo>
                    <a:pt x="54" y="1"/>
                    <a:pt x="0" y="28"/>
                    <a:pt x="0" y="81"/>
                  </a:cubicBezTo>
                  <a:lnTo>
                    <a:pt x="0" y="1600"/>
                  </a:lnTo>
                  <a:cubicBezTo>
                    <a:pt x="0" y="1653"/>
                    <a:pt x="54" y="1680"/>
                    <a:pt x="80" y="1680"/>
                  </a:cubicBezTo>
                  <a:lnTo>
                    <a:pt x="107" y="1680"/>
                  </a:lnTo>
                  <a:cubicBezTo>
                    <a:pt x="160" y="1680"/>
                    <a:pt x="187" y="1653"/>
                    <a:pt x="187" y="1600"/>
                  </a:cubicBezTo>
                  <a:lnTo>
                    <a:pt x="187" y="81"/>
                  </a:lnTo>
                  <a:cubicBezTo>
                    <a:pt x="187" y="28"/>
                    <a:pt x="160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4374105" y="902414"/>
              <a:ext cx="532657" cy="285051"/>
            </a:xfrm>
            <a:custGeom>
              <a:rect b="b" l="l" r="r" t="t"/>
              <a:pathLst>
                <a:path extrusionOk="0" h="2710" w="5064">
                  <a:moveTo>
                    <a:pt x="2623" y="0"/>
                  </a:moveTo>
                  <a:cubicBezTo>
                    <a:pt x="2186" y="0"/>
                    <a:pt x="1753" y="109"/>
                    <a:pt x="1360" y="338"/>
                  </a:cubicBezTo>
                  <a:cubicBezTo>
                    <a:pt x="54" y="1084"/>
                    <a:pt x="1" y="2656"/>
                    <a:pt x="1" y="2710"/>
                  </a:cubicBezTo>
                  <a:lnTo>
                    <a:pt x="81" y="2710"/>
                  </a:lnTo>
                  <a:cubicBezTo>
                    <a:pt x="81" y="2656"/>
                    <a:pt x="134" y="1138"/>
                    <a:pt x="1413" y="418"/>
                  </a:cubicBezTo>
                  <a:cubicBezTo>
                    <a:pt x="1782" y="200"/>
                    <a:pt x="2215" y="87"/>
                    <a:pt x="2652" y="87"/>
                  </a:cubicBezTo>
                  <a:cubicBezTo>
                    <a:pt x="2908" y="87"/>
                    <a:pt x="3165" y="126"/>
                    <a:pt x="3411" y="205"/>
                  </a:cubicBezTo>
                  <a:cubicBezTo>
                    <a:pt x="4371" y="605"/>
                    <a:pt x="4984" y="1564"/>
                    <a:pt x="4957" y="2603"/>
                  </a:cubicBezTo>
                  <a:lnTo>
                    <a:pt x="5037" y="2603"/>
                  </a:lnTo>
                  <a:cubicBezTo>
                    <a:pt x="5063" y="1537"/>
                    <a:pt x="4424" y="551"/>
                    <a:pt x="3438" y="125"/>
                  </a:cubicBezTo>
                  <a:cubicBezTo>
                    <a:pt x="3171" y="43"/>
                    <a:pt x="2897" y="0"/>
                    <a:pt x="26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4407764" y="1352714"/>
              <a:ext cx="232774" cy="143052"/>
            </a:xfrm>
            <a:custGeom>
              <a:rect b="b" l="l" r="r" t="t"/>
              <a:pathLst>
                <a:path extrusionOk="0" h="1360" w="2213">
                  <a:moveTo>
                    <a:pt x="80" y="1"/>
                  </a:moveTo>
                  <a:lnTo>
                    <a:pt x="1" y="27"/>
                  </a:lnTo>
                  <a:cubicBezTo>
                    <a:pt x="160" y="480"/>
                    <a:pt x="454" y="880"/>
                    <a:pt x="880" y="1120"/>
                  </a:cubicBezTo>
                  <a:cubicBezTo>
                    <a:pt x="1146" y="1280"/>
                    <a:pt x="1466" y="1360"/>
                    <a:pt x="1812" y="1360"/>
                  </a:cubicBezTo>
                  <a:cubicBezTo>
                    <a:pt x="1946" y="1360"/>
                    <a:pt x="2079" y="1333"/>
                    <a:pt x="2212" y="1306"/>
                  </a:cubicBezTo>
                  <a:lnTo>
                    <a:pt x="2185" y="1226"/>
                  </a:lnTo>
                  <a:cubicBezTo>
                    <a:pt x="2051" y="1258"/>
                    <a:pt x="1916" y="1273"/>
                    <a:pt x="1783" y="1273"/>
                  </a:cubicBezTo>
                  <a:cubicBezTo>
                    <a:pt x="1017" y="1273"/>
                    <a:pt x="307" y="772"/>
                    <a:pt x="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4598359" y="1461475"/>
              <a:ext cx="89828" cy="48806"/>
            </a:xfrm>
            <a:custGeom>
              <a:rect b="b" l="l" r="r" t="t"/>
              <a:pathLst>
                <a:path extrusionOk="0" h="464" w="854">
                  <a:moveTo>
                    <a:pt x="490" y="1"/>
                  </a:moveTo>
                  <a:cubicBezTo>
                    <a:pt x="461" y="1"/>
                    <a:pt x="431" y="3"/>
                    <a:pt x="400" y="6"/>
                  </a:cubicBezTo>
                  <a:cubicBezTo>
                    <a:pt x="187" y="33"/>
                    <a:pt x="0" y="139"/>
                    <a:pt x="0" y="272"/>
                  </a:cubicBezTo>
                  <a:cubicBezTo>
                    <a:pt x="24" y="368"/>
                    <a:pt x="176" y="463"/>
                    <a:pt x="379" y="463"/>
                  </a:cubicBezTo>
                  <a:cubicBezTo>
                    <a:pt x="403" y="463"/>
                    <a:pt x="428" y="462"/>
                    <a:pt x="453" y="459"/>
                  </a:cubicBezTo>
                  <a:cubicBezTo>
                    <a:pt x="667" y="432"/>
                    <a:pt x="853" y="326"/>
                    <a:pt x="853" y="192"/>
                  </a:cubicBezTo>
                  <a:cubicBezTo>
                    <a:pt x="830" y="76"/>
                    <a:pt x="685" y="1"/>
                    <a:pt x="4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3773631" y="657650"/>
              <a:ext cx="1713915" cy="1468698"/>
            </a:xfrm>
            <a:custGeom>
              <a:rect b="b" l="l" r="r" t="t"/>
              <a:pathLst>
                <a:path extrusionOk="0" h="13963" w="20545">
                  <a:moveTo>
                    <a:pt x="19452" y="294"/>
                  </a:moveTo>
                  <a:cubicBezTo>
                    <a:pt x="19879" y="294"/>
                    <a:pt x="20225" y="640"/>
                    <a:pt x="20225" y="1093"/>
                  </a:cubicBezTo>
                  <a:lnTo>
                    <a:pt x="20225" y="11671"/>
                  </a:lnTo>
                  <a:cubicBezTo>
                    <a:pt x="20225" y="12098"/>
                    <a:pt x="19879" y="12444"/>
                    <a:pt x="19452" y="12471"/>
                  </a:cubicBezTo>
                  <a:lnTo>
                    <a:pt x="1093" y="12471"/>
                  </a:lnTo>
                  <a:cubicBezTo>
                    <a:pt x="667" y="12444"/>
                    <a:pt x="321" y="12098"/>
                    <a:pt x="321" y="11671"/>
                  </a:cubicBezTo>
                  <a:lnTo>
                    <a:pt x="321" y="1093"/>
                  </a:lnTo>
                  <a:cubicBezTo>
                    <a:pt x="321" y="640"/>
                    <a:pt x="667" y="294"/>
                    <a:pt x="1093" y="294"/>
                  </a:cubicBezTo>
                  <a:close/>
                  <a:moveTo>
                    <a:pt x="800" y="1"/>
                  </a:moveTo>
                  <a:cubicBezTo>
                    <a:pt x="374" y="1"/>
                    <a:pt x="1" y="374"/>
                    <a:pt x="28" y="800"/>
                  </a:cubicBezTo>
                  <a:lnTo>
                    <a:pt x="28" y="13164"/>
                  </a:lnTo>
                  <a:cubicBezTo>
                    <a:pt x="28" y="13590"/>
                    <a:pt x="374" y="13963"/>
                    <a:pt x="800" y="13963"/>
                  </a:cubicBezTo>
                  <a:lnTo>
                    <a:pt x="19745" y="13963"/>
                  </a:lnTo>
                  <a:cubicBezTo>
                    <a:pt x="20172" y="13963"/>
                    <a:pt x="20545" y="13590"/>
                    <a:pt x="20545" y="13164"/>
                  </a:cubicBezTo>
                  <a:lnTo>
                    <a:pt x="20545" y="800"/>
                  </a:lnTo>
                  <a:cubicBezTo>
                    <a:pt x="20545" y="374"/>
                    <a:pt x="20172" y="1"/>
                    <a:pt x="197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3670629" y="789340"/>
              <a:ext cx="597135" cy="204795"/>
            </a:xfrm>
            <a:custGeom>
              <a:rect b="b" l="l" r="r" t="t"/>
              <a:pathLst>
                <a:path extrusionOk="0" h="1947" w="5677">
                  <a:moveTo>
                    <a:pt x="587" y="1"/>
                  </a:moveTo>
                  <a:cubicBezTo>
                    <a:pt x="267" y="1"/>
                    <a:pt x="1" y="267"/>
                    <a:pt x="1" y="587"/>
                  </a:cubicBezTo>
                  <a:lnTo>
                    <a:pt x="1" y="1360"/>
                  </a:lnTo>
                  <a:cubicBezTo>
                    <a:pt x="1" y="1680"/>
                    <a:pt x="267" y="1946"/>
                    <a:pt x="587" y="1946"/>
                  </a:cubicBezTo>
                  <a:lnTo>
                    <a:pt x="5117" y="1946"/>
                  </a:lnTo>
                  <a:cubicBezTo>
                    <a:pt x="5436" y="1946"/>
                    <a:pt x="5676" y="1680"/>
                    <a:pt x="5676" y="1360"/>
                  </a:cubicBezTo>
                  <a:lnTo>
                    <a:pt x="5676" y="587"/>
                  </a:lnTo>
                  <a:cubicBezTo>
                    <a:pt x="5676" y="267"/>
                    <a:pt x="5436" y="1"/>
                    <a:pt x="51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4107882" y="954797"/>
              <a:ext cx="109392" cy="128957"/>
            </a:xfrm>
            <a:custGeom>
              <a:rect b="b" l="l" r="r" t="t"/>
              <a:pathLst>
                <a:path extrusionOk="0" h="1226" w="1040">
                  <a:moveTo>
                    <a:pt x="986" y="0"/>
                  </a:moveTo>
                  <a:lnTo>
                    <a:pt x="0" y="160"/>
                  </a:lnTo>
                  <a:lnTo>
                    <a:pt x="1040" y="1226"/>
                  </a:lnTo>
                  <a:cubicBezTo>
                    <a:pt x="1040" y="799"/>
                    <a:pt x="1013" y="400"/>
                    <a:pt x="9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5069172" y="1361239"/>
              <a:ext cx="641946" cy="257909"/>
            </a:xfrm>
            <a:custGeom>
              <a:rect b="b" l="l" r="r" t="t"/>
              <a:pathLst>
                <a:path extrusionOk="0" h="1680" w="4904">
                  <a:moveTo>
                    <a:pt x="587" y="0"/>
                  </a:moveTo>
                  <a:cubicBezTo>
                    <a:pt x="267" y="0"/>
                    <a:pt x="1" y="267"/>
                    <a:pt x="1" y="587"/>
                  </a:cubicBezTo>
                  <a:lnTo>
                    <a:pt x="1" y="1093"/>
                  </a:lnTo>
                  <a:cubicBezTo>
                    <a:pt x="1" y="1413"/>
                    <a:pt x="267" y="1679"/>
                    <a:pt x="587" y="1679"/>
                  </a:cubicBezTo>
                  <a:lnTo>
                    <a:pt x="4318" y="1679"/>
                  </a:lnTo>
                  <a:cubicBezTo>
                    <a:pt x="4637" y="1679"/>
                    <a:pt x="4904" y="1413"/>
                    <a:pt x="4904" y="1093"/>
                  </a:cubicBezTo>
                  <a:lnTo>
                    <a:pt x="4904" y="587"/>
                  </a:lnTo>
                  <a:cubicBezTo>
                    <a:pt x="4904" y="267"/>
                    <a:pt x="4637" y="0"/>
                    <a:pt x="43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5114091" y="1582534"/>
              <a:ext cx="123482" cy="149745"/>
            </a:xfrm>
            <a:custGeom>
              <a:rect b="b" l="l" r="r" t="t"/>
              <a:pathLst>
                <a:path extrusionOk="0" h="1067" w="880">
                  <a:moveTo>
                    <a:pt x="54" y="1"/>
                  </a:moveTo>
                  <a:lnTo>
                    <a:pt x="0" y="1067"/>
                  </a:lnTo>
                  <a:lnTo>
                    <a:pt x="880" y="16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22"/>
          <p:cNvSpPr txBox="1"/>
          <p:nvPr/>
        </p:nvSpPr>
        <p:spPr>
          <a:xfrm>
            <a:off x="3945675" y="3091511"/>
            <a:ext cx="44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Actualmente, 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la clasificación es manual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lo que implica costos operativos elevados, inconsistencias y baja escalabilidad. Esto 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impacta directamente en la eficiencia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la trazabilidad y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la velocidad de derivación hacia equipos especializados.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"/>
          <p:cNvSpPr txBox="1"/>
          <p:nvPr>
            <p:ph type="title"/>
          </p:nvPr>
        </p:nvSpPr>
        <p:spPr>
          <a:xfrm>
            <a:off x="771775" y="709400"/>
            <a:ext cx="5124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Motivación y </a:t>
            </a:r>
            <a:r>
              <a:rPr lang="en" sz="2900"/>
              <a:t>Objetivo</a:t>
            </a:r>
            <a:endParaRPr sz="2900"/>
          </a:p>
        </p:txBody>
      </p:sp>
      <p:sp>
        <p:nvSpPr>
          <p:cNvPr id="425" name="Google Shape;425;p23"/>
          <p:cNvSpPr txBox="1"/>
          <p:nvPr>
            <p:ph idx="1" type="subTitle"/>
          </p:nvPr>
        </p:nvSpPr>
        <p:spPr>
          <a:xfrm>
            <a:off x="880375" y="1852417"/>
            <a:ext cx="4384200" cy="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Los reclamos bancarios presentan alta </a:t>
            </a:r>
            <a:r>
              <a:rPr b="1" lang="en" sz="1300">
                <a:latin typeface="Catamaran"/>
                <a:ea typeface="Catamaran"/>
                <a:cs typeface="Catamaran"/>
                <a:sym typeface="Catamaran"/>
              </a:rPr>
              <a:t>variabilidad lingüística, ambigüedad semántica y dependencias contextuales</a:t>
            </a:r>
            <a:r>
              <a:rPr lang="en" sz="1300"/>
              <a:t> que dificultan su procesamiento automático.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pSp>
        <p:nvGrpSpPr>
          <p:cNvPr id="426" name="Google Shape;426;p23"/>
          <p:cNvGrpSpPr/>
          <p:nvPr/>
        </p:nvGrpSpPr>
        <p:grpSpPr>
          <a:xfrm>
            <a:off x="6005376" y="709411"/>
            <a:ext cx="1834973" cy="3724678"/>
            <a:chOff x="5186401" y="494525"/>
            <a:chExt cx="1834973" cy="3724678"/>
          </a:xfrm>
        </p:grpSpPr>
        <p:sp>
          <p:nvSpPr>
            <p:cNvPr id="427" name="Google Shape;427;p23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9" name="Google Shape;429;p23"/>
          <p:cNvGrpSpPr/>
          <p:nvPr/>
        </p:nvGrpSpPr>
        <p:grpSpPr>
          <a:xfrm>
            <a:off x="8103225" y="478438"/>
            <a:ext cx="609850" cy="122100"/>
            <a:chOff x="713263" y="1493888"/>
            <a:chExt cx="609850" cy="122100"/>
          </a:xfrm>
        </p:grpSpPr>
        <p:sp>
          <p:nvSpPr>
            <p:cNvPr id="430" name="Google Shape;430;p23"/>
            <p:cNvSpPr/>
            <p:nvPr/>
          </p:nvSpPr>
          <p:spPr>
            <a:xfrm>
              <a:off x="71326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957138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120101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</p:grpSp>
      <p:sp>
        <p:nvSpPr>
          <p:cNvPr id="433" name="Google Shape;433;p23"/>
          <p:cNvSpPr/>
          <p:nvPr/>
        </p:nvSpPr>
        <p:spPr>
          <a:xfrm>
            <a:off x="6095738" y="886425"/>
            <a:ext cx="1664700" cy="3187200"/>
          </a:xfrm>
          <a:prstGeom prst="rect">
            <a:avLst/>
          </a:prstGeom>
          <a:solidFill>
            <a:srgbClr val="F9F4E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grpSp>
        <p:nvGrpSpPr>
          <p:cNvPr id="434" name="Google Shape;434;p23"/>
          <p:cNvGrpSpPr/>
          <p:nvPr/>
        </p:nvGrpSpPr>
        <p:grpSpPr>
          <a:xfrm>
            <a:off x="6853863" y="1186725"/>
            <a:ext cx="777475" cy="627000"/>
            <a:chOff x="999475" y="1853350"/>
            <a:chExt cx="777475" cy="627000"/>
          </a:xfrm>
        </p:grpSpPr>
        <p:sp>
          <p:nvSpPr>
            <p:cNvPr id="435" name="Google Shape;435;p23"/>
            <p:cNvSpPr/>
            <p:nvPr/>
          </p:nvSpPr>
          <p:spPr>
            <a:xfrm>
              <a:off x="999475" y="1853350"/>
              <a:ext cx="777475" cy="627000"/>
            </a:xfrm>
            <a:custGeom>
              <a:rect b="b" l="l" r="r" t="t"/>
              <a:pathLst>
                <a:path extrusionOk="0" h="25080" w="31099">
                  <a:moveTo>
                    <a:pt x="2068" y="0"/>
                  </a:moveTo>
                  <a:cubicBezTo>
                    <a:pt x="905" y="0"/>
                    <a:pt x="0" y="948"/>
                    <a:pt x="0" y="2068"/>
                  </a:cubicBezTo>
                  <a:lnTo>
                    <a:pt x="0" y="20202"/>
                  </a:lnTo>
                  <a:cubicBezTo>
                    <a:pt x="0" y="21365"/>
                    <a:pt x="905" y="22312"/>
                    <a:pt x="2068" y="22312"/>
                  </a:cubicBezTo>
                  <a:lnTo>
                    <a:pt x="21063" y="22312"/>
                  </a:lnTo>
                  <a:lnTo>
                    <a:pt x="22441" y="24724"/>
                  </a:lnTo>
                  <a:cubicBezTo>
                    <a:pt x="22592" y="24961"/>
                    <a:pt x="22840" y="25080"/>
                    <a:pt x="23082" y="25080"/>
                  </a:cubicBezTo>
                  <a:cubicBezTo>
                    <a:pt x="23324" y="25080"/>
                    <a:pt x="23561" y="24961"/>
                    <a:pt x="23690" y="24724"/>
                  </a:cubicBezTo>
                  <a:lnTo>
                    <a:pt x="25112" y="22312"/>
                  </a:lnTo>
                  <a:lnTo>
                    <a:pt x="28988" y="22312"/>
                  </a:lnTo>
                  <a:cubicBezTo>
                    <a:pt x="30151" y="22312"/>
                    <a:pt x="31099" y="21365"/>
                    <a:pt x="31099" y="20202"/>
                  </a:cubicBezTo>
                  <a:lnTo>
                    <a:pt x="31099" y="2068"/>
                  </a:lnTo>
                  <a:cubicBezTo>
                    <a:pt x="31099" y="948"/>
                    <a:pt x="30151" y="0"/>
                    <a:pt x="28988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1221300" y="2205475"/>
              <a:ext cx="64625" cy="64625"/>
            </a:xfrm>
            <a:custGeom>
              <a:rect b="b" l="l" r="r" t="t"/>
              <a:pathLst>
                <a:path extrusionOk="0" h="2585" w="2585">
                  <a:moveTo>
                    <a:pt x="1293" y="0"/>
                  </a:moveTo>
                  <a:cubicBezTo>
                    <a:pt x="603" y="0"/>
                    <a:pt x="0" y="603"/>
                    <a:pt x="0" y="1293"/>
                  </a:cubicBezTo>
                  <a:cubicBezTo>
                    <a:pt x="0" y="2025"/>
                    <a:pt x="603" y="2585"/>
                    <a:pt x="1293" y="2585"/>
                  </a:cubicBezTo>
                  <a:cubicBezTo>
                    <a:pt x="2025" y="2585"/>
                    <a:pt x="2585" y="2025"/>
                    <a:pt x="2585" y="1293"/>
                  </a:cubicBezTo>
                  <a:cubicBezTo>
                    <a:pt x="2585" y="603"/>
                    <a:pt x="2025" y="0"/>
                    <a:pt x="1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344050" y="2205475"/>
              <a:ext cx="76475" cy="65450"/>
            </a:xfrm>
            <a:custGeom>
              <a:rect b="b" l="l" r="r" t="t"/>
              <a:pathLst>
                <a:path extrusionOk="0" h="2618" w="3059">
                  <a:moveTo>
                    <a:pt x="1767" y="0"/>
                  </a:moveTo>
                  <a:cubicBezTo>
                    <a:pt x="604" y="0"/>
                    <a:pt x="1" y="1422"/>
                    <a:pt x="819" y="2240"/>
                  </a:cubicBezTo>
                  <a:cubicBezTo>
                    <a:pt x="1080" y="2501"/>
                    <a:pt x="1402" y="2617"/>
                    <a:pt x="1720" y="2617"/>
                  </a:cubicBezTo>
                  <a:cubicBezTo>
                    <a:pt x="2399" y="2617"/>
                    <a:pt x="3059" y="2085"/>
                    <a:pt x="3059" y="1293"/>
                  </a:cubicBezTo>
                  <a:cubicBezTo>
                    <a:pt x="3059" y="603"/>
                    <a:pt x="2456" y="0"/>
                    <a:pt x="17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1478650" y="2205475"/>
              <a:ext cx="75400" cy="65450"/>
            </a:xfrm>
            <a:custGeom>
              <a:rect b="b" l="l" r="r" t="t"/>
              <a:pathLst>
                <a:path extrusionOk="0" h="2618" w="3016">
                  <a:moveTo>
                    <a:pt x="1724" y="0"/>
                  </a:moveTo>
                  <a:cubicBezTo>
                    <a:pt x="561" y="0"/>
                    <a:pt x="1" y="1422"/>
                    <a:pt x="819" y="2240"/>
                  </a:cubicBezTo>
                  <a:cubicBezTo>
                    <a:pt x="1080" y="2501"/>
                    <a:pt x="1398" y="2617"/>
                    <a:pt x="1709" y="2617"/>
                  </a:cubicBezTo>
                  <a:cubicBezTo>
                    <a:pt x="2376" y="2617"/>
                    <a:pt x="3016" y="2085"/>
                    <a:pt x="3016" y="1293"/>
                  </a:cubicBezTo>
                  <a:cubicBezTo>
                    <a:pt x="3016" y="603"/>
                    <a:pt x="2456" y="0"/>
                    <a:pt x="17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23"/>
          <p:cNvGrpSpPr/>
          <p:nvPr/>
        </p:nvGrpSpPr>
        <p:grpSpPr>
          <a:xfrm>
            <a:off x="6157650" y="2026250"/>
            <a:ext cx="776400" cy="492150"/>
            <a:chOff x="2753625" y="1479675"/>
            <a:chExt cx="776400" cy="492150"/>
          </a:xfrm>
        </p:grpSpPr>
        <p:sp>
          <p:nvSpPr>
            <p:cNvPr id="440" name="Google Shape;440;p23"/>
            <p:cNvSpPr/>
            <p:nvPr/>
          </p:nvSpPr>
          <p:spPr>
            <a:xfrm>
              <a:off x="2753625" y="1479675"/>
              <a:ext cx="776400" cy="492150"/>
            </a:xfrm>
            <a:custGeom>
              <a:rect b="b" l="l" r="r" t="t"/>
              <a:pathLst>
                <a:path extrusionOk="0" h="19686" w="31056">
                  <a:moveTo>
                    <a:pt x="22778" y="1"/>
                  </a:moveTo>
                  <a:cubicBezTo>
                    <a:pt x="22752" y="1"/>
                    <a:pt x="22726" y="1"/>
                    <a:pt x="22699" y="1"/>
                  </a:cubicBezTo>
                  <a:lnTo>
                    <a:pt x="8270" y="1"/>
                  </a:lnTo>
                  <a:cubicBezTo>
                    <a:pt x="3704" y="1"/>
                    <a:pt x="0" y="3705"/>
                    <a:pt x="0" y="8271"/>
                  </a:cubicBezTo>
                  <a:cubicBezTo>
                    <a:pt x="0" y="12837"/>
                    <a:pt x="3704" y="16541"/>
                    <a:pt x="8270" y="16584"/>
                  </a:cubicBezTo>
                  <a:lnTo>
                    <a:pt x="13266" y="16584"/>
                  </a:lnTo>
                  <a:lnTo>
                    <a:pt x="14903" y="19298"/>
                  </a:lnTo>
                  <a:cubicBezTo>
                    <a:pt x="15032" y="19556"/>
                    <a:pt x="15269" y="19685"/>
                    <a:pt x="15512" y="19685"/>
                  </a:cubicBezTo>
                  <a:cubicBezTo>
                    <a:pt x="15754" y="19685"/>
                    <a:pt x="16002" y="19556"/>
                    <a:pt x="16152" y="19298"/>
                  </a:cubicBezTo>
                  <a:lnTo>
                    <a:pt x="17746" y="16584"/>
                  </a:lnTo>
                  <a:lnTo>
                    <a:pt x="22742" y="16584"/>
                  </a:lnTo>
                  <a:cubicBezTo>
                    <a:pt x="27351" y="16541"/>
                    <a:pt x="31056" y="12837"/>
                    <a:pt x="31056" y="8271"/>
                  </a:cubicBezTo>
                  <a:cubicBezTo>
                    <a:pt x="31056" y="3731"/>
                    <a:pt x="27351" y="1"/>
                    <a:pt x="22778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2963600" y="1653050"/>
              <a:ext cx="76475" cy="64650"/>
            </a:xfrm>
            <a:custGeom>
              <a:rect b="b" l="l" r="r" t="t"/>
              <a:pathLst>
                <a:path extrusionOk="0" h="2586" w="3059">
                  <a:moveTo>
                    <a:pt x="1723" y="1"/>
                  </a:moveTo>
                  <a:cubicBezTo>
                    <a:pt x="560" y="1"/>
                    <a:pt x="0" y="1379"/>
                    <a:pt x="819" y="2198"/>
                  </a:cubicBezTo>
                  <a:cubicBezTo>
                    <a:pt x="1086" y="2465"/>
                    <a:pt x="1418" y="2585"/>
                    <a:pt x="1744" y="2585"/>
                  </a:cubicBezTo>
                  <a:cubicBezTo>
                    <a:pt x="2414" y="2585"/>
                    <a:pt x="3058" y="2076"/>
                    <a:pt x="3058" y="1293"/>
                  </a:cubicBezTo>
                  <a:cubicBezTo>
                    <a:pt x="3015" y="561"/>
                    <a:pt x="2455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3097125" y="1653050"/>
              <a:ext cx="76475" cy="64650"/>
            </a:xfrm>
            <a:custGeom>
              <a:rect b="b" l="l" r="r" t="t"/>
              <a:pathLst>
                <a:path extrusionOk="0" h="2586" w="3059">
                  <a:moveTo>
                    <a:pt x="1766" y="1"/>
                  </a:moveTo>
                  <a:cubicBezTo>
                    <a:pt x="603" y="1"/>
                    <a:pt x="0" y="1379"/>
                    <a:pt x="819" y="2198"/>
                  </a:cubicBezTo>
                  <a:cubicBezTo>
                    <a:pt x="1086" y="2465"/>
                    <a:pt x="1418" y="2585"/>
                    <a:pt x="1744" y="2585"/>
                  </a:cubicBezTo>
                  <a:cubicBezTo>
                    <a:pt x="2415" y="2585"/>
                    <a:pt x="3058" y="2076"/>
                    <a:pt x="3058" y="1293"/>
                  </a:cubicBezTo>
                  <a:cubicBezTo>
                    <a:pt x="3058" y="561"/>
                    <a:pt x="2455" y="1"/>
                    <a:pt x="1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3231725" y="1653050"/>
              <a:ext cx="75400" cy="64650"/>
            </a:xfrm>
            <a:custGeom>
              <a:rect b="b" l="l" r="r" t="t"/>
              <a:pathLst>
                <a:path extrusionOk="0" h="2586" w="3016">
                  <a:moveTo>
                    <a:pt x="1723" y="1"/>
                  </a:moveTo>
                  <a:cubicBezTo>
                    <a:pt x="560" y="1"/>
                    <a:pt x="0" y="1379"/>
                    <a:pt x="819" y="2198"/>
                  </a:cubicBezTo>
                  <a:cubicBezTo>
                    <a:pt x="1086" y="2465"/>
                    <a:pt x="1414" y="2585"/>
                    <a:pt x="1733" y="2585"/>
                  </a:cubicBezTo>
                  <a:cubicBezTo>
                    <a:pt x="2391" y="2585"/>
                    <a:pt x="3015" y="2076"/>
                    <a:pt x="3015" y="1293"/>
                  </a:cubicBezTo>
                  <a:cubicBezTo>
                    <a:pt x="3015" y="561"/>
                    <a:pt x="2456" y="1"/>
                    <a:pt x="1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6451500" y="2767500"/>
            <a:ext cx="1179850" cy="414600"/>
            <a:chOff x="3781275" y="2205475"/>
            <a:chExt cx="1179850" cy="414600"/>
          </a:xfrm>
        </p:grpSpPr>
        <p:sp>
          <p:nvSpPr>
            <p:cNvPr id="445" name="Google Shape;445;p23"/>
            <p:cNvSpPr/>
            <p:nvPr/>
          </p:nvSpPr>
          <p:spPr>
            <a:xfrm>
              <a:off x="3781275" y="2205475"/>
              <a:ext cx="1179850" cy="414600"/>
            </a:xfrm>
            <a:custGeom>
              <a:rect b="b" l="l" r="r" t="t"/>
              <a:pathLst>
                <a:path extrusionOk="0" h="16584" w="47194">
                  <a:moveTo>
                    <a:pt x="8342" y="0"/>
                  </a:moveTo>
                  <a:cubicBezTo>
                    <a:pt x="3776" y="0"/>
                    <a:pt x="72" y="3705"/>
                    <a:pt x="72" y="8270"/>
                  </a:cubicBezTo>
                  <a:cubicBezTo>
                    <a:pt x="72" y="9649"/>
                    <a:pt x="373" y="10941"/>
                    <a:pt x="1019" y="12147"/>
                  </a:cubicBezTo>
                  <a:lnTo>
                    <a:pt x="115" y="15550"/>
                  </a:lnTo>
                  <a:cubicBezTo>
                    <a:pt x="0" y="16008"/>
                    <a:pt x="360" y="16433"/>
                    <a:pt x="833" y="16433"/>
                  </a:cubicBezTo>
                  <a:cubicBezTo>
                    <a:pt x="894" y="16433"/>
                    <a:pt x="956" y="16426"/>
                    <a:pt x="1019" y="16411"/>
                  </a:cubicBezTo>
                  <a:lnTo>
                    <a:pt x="4293" y="15507"/>
                  </a:lnTo>
                  <a:cubicBezTo>
                    <a:pt x="5542" y="16196"/>
                    <a:pt x="6920" y="16583"/>
                    <a:pt x="8342" y="16583"/>
                  </a:cubicBezTo>
                  <a:lnTo>
                    <a:pt x="38923" y="16583"/>
                  </a:lnTo>
                  <a:cubicBezTo>
                    <a:pt x="43489" y="16583"/>
                    <a:pt x="47193" y="12879"/>
                    <a:pt x="47193" y="8313"/>
                  </a:cubicBezTo>
                  <a:cubicBezTo>
                    <a:pt x="47193" y="3748"/>
                    <a:pt x="43489" y="0"/>
                    <a:pt x="38923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4093175" y="2387450"/>
              <a:ext cx="76475" cy="65125"/>
            </a:xfrm>
            <a:custGeom>
              <a:rect b="b" l="l" r="r" t="t"/>
              <a:pathLst>
                <a:path extrusionOk="0" h="2605" w="3059">
                  <a:moveTo>
                    <a:pt x="1724" y="1"/>
                  </a:moveTo>
                  <a:cubicBezTo>
                    <a:pt x="561" y="1"/>
                    <a:pt x="1" y="1379"/>
                    <a:pt x="819" y="2197"/>
                  </a:cubicBezTo>
                  <a:cubicBezTo>
                    <a:pt x="1087" y="2479"/>
                    <a:pt x="1415" y="2604"/>
                    <a:pt x="1736" y="2604"/>
                  </a:cubicBezTo>
                  <a:cubicBezTo>
                    <a:pt x="2396" y="2604"/>
                    <a:pt x="3030" y="2075"/>
                    <a:pt x="3059" y="1293"/>
                  </a:cubicBezTo>
                  <a:cubicBezTo>
                    <a:pt x="3059" y="561"/>
                    <a:pt x="2456" y="1"/>
                    <a:pt x="1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4226700" y="2387450"/>
              <a:ext cx="76475" cy="65125"/>
            </a:xfrm>
            <a:custGeom>
              <a:rect b="b" l="l" r="r" t="t"/>
              <a:pathLst>
                <a:path extrusionOk="0" h="2605" w="3059">
                  <a:moveTo>
                    <a:pt x="1767" y="1"/>
                  </a:moveTo>
                  <a:cubicBezTo>
                    <a:pt x="604" y="1"/>
                    <a:pt x="1" y="1379"/>
                    <a:pt x="819" y="2197"/>
                  </a:cubicBezTo>
                  <a:cubicBezTo>
                    <a:pt x="1087" y="2479"/>
                    <a:pt x="1419" y="2604"/>
                    <a:pt x="1745" y="2604"/>
                  </a:cubicBezTo>
                  <a:cubicBezTo>
                    <a:pt x="2415" y="2604"/>
                    <a:pt x="3059" y="2075"/>
                    <a:pt x="3059" y="1293"/>
                  </a:cubicBezTo>
                  <a:cubicBezTo>
                    <a:pt x="3059" y="561"/>
                    <a:pt x="2456" y="1"/>
                    <a:pt x="17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4361300" y="2387450"/>
              <a:ext cx="75400" cy="65125"/>
            </a:xfrm>
            <a:custGeom>
              <a:rect b="b" l="l" r="r" t="t"/>
              <a:pathLst>
                <a:path extrusionOk="0" h="2605" w="3016">
                  <a:moveTo>
                    <a:pt x="1724" y="1"/>
                  </a:moveTo>
                  <a:cubicBezTo>
                    <a:pt x="561" y="1"/>
                    <a:pt x="1" y="1379"/>
                    <a:pt x="819" y="2197"/>
                  </a:cubicBezTo>
                  <a:cubicBezTo>
                    <a:pt x="1087" y="2479"/>
                    <a:pt x="1415" y="2604"/>
                    <a:pt x="1734" y="2604"/>
                  </a:cubicBezTo>
                  <a:cubicBezTo>
                    <a:pt x="2392" y="2604"/>
                    <a:pt x="3016" y="2075"/>
                    <a:pt x="3016" y="1293"/>
                  </a:cubicBezTo>
                  <a:cubicBezTo>
                    <a:pt x="3016" y="561"/>
                    <a:pt x="2456" y="1"/>
                    <a:pt x="1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4487300" y="2387450"/>
              <a:ext cx="75400" cy="65125"/>
            </a:xfrm>
            <a:custGeom>
              <a:rect b="b" l="l" r="r" t="t"/>
              <a:pathLst>
                <a:path extrusionOk="0" h="2605" w="3016">
                  <a:moveTo>
                    <a:pt x="1723" y="1"/>
                  </a:moveTo>
                  <a:cubicBezTo>
                    <a:pt x="560" y="1"/>
                    <a:pt x="0" y="1379"/>
                    <a:pt x="819" y="2197"/>
                  </a:cubicBezTo>
                  <a:cubicBezTo>
                    <a:pt x="1086" y="2479"/>
                    <a:pt x="1414" y="2604"/>
                    <a:pt x="1734" y="2604"/>
                  </a:cubicBezTo>
                  <a:cubicBezTo>
                    <a:pt x="2391" y="2604"/>
                    <a:pt x="3015" y="2075"/>
                    <a:pt x="3015" y="1293"/>
                  </a:cubicBezTo>
                  <a:cubicBezTo>
                    <a:pt x="3015" y="561"/>
                    <a:pt x="2455" y="1"/>
                    <a:pt x="17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4620825" y="2387450"/>
              <a:ext cx="76475" cy="65125"/>
            </a:xfrm>
            <a:custGeom>
              <a:rect b="b" l="l" r="r" t="t"/>
              <a:pathLst>
                <a:path extrusionOk="0" h="2605" w="3059">
                  <a:moveTo>
                    <a:pt x="1766" y="1"/>
                  </a:moveTo>
                  <a:cubicBezTo>
                    <a:pt x="603" y="1"/>
                    <a:pt x="0" y="1379"/>
                    <a:pt x="819" y="2197"/>
                  </a:cubicBezTo>
                  <a:cubicBezTo>
                    <a:pt x="1087" y="2479"/>
                    <a:pt x="1419" y="2604"/>
                    <a:pt x="1745" y="2604"/>
                  </a:cubicBezTo>
                  <a:cubicBezTo>
                    <a:pt x="2415" y="2604"/>
                    <a:pt x="3059" y="2075"/>
                    <a:pt x="3059" y="1293"/>
                  </a:cubicBezTo>
                  <a:cubicBezTo>
                    <a:pt x="3059" y="561"/>
                    <a:pt x="2456" y="1"/>
                    <a:pt x="1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1" name="Google Shape;451;p23"/>
          <p:cNvSpPr txBox="1"/>
          <p:nvPr/>
        </p:nvSpPr>
        <p:spPr>
          <a:xfrm>
            <a:off x="880375" y="2842650"/>
            <a:ext cx="4384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El objetivo es </a:t>
            </a:r>
            <a:r>
              <a:rPr b="1" lang="en" sz="13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desarrollar un sistema basado en modelos Transformer capaz de clasificar la intención principal del reclamo y extraer entidades relevantes</a:t>
            </a:r>
            <a:r>
              <a:rPr lang="en" sz="13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generando información estructurada para facilitar el </a:t>
            </a:r>
            <a:r>
              <a:rPr b="1" lang="en" sz="13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enrutamiento interno, el análisis agregado y la trazabilidad</a:t>
            </a:r>
            <a:r>
              <a:rPr b="1" lang="en" sz="13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b="1" sz="13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57" name="Google Shape;457;p24"/>
          <p:cNvSpPr txBox="1"/>
          <p:nvPr>
            <p:ph idx="7" type="subTitle"/>
          </p:nvPr>
        </p:nvSpPr>
        <p:spPr>
          <a:xfrm>
            <a:off x="1339575" y="1243630"/>
            <a:ext cx="63720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 creó un dataset sintético, dada la limitante a acceder a datos reales, con 8.000 reclamos.</a:t>
            </a:r>
            <a:endParaRPr sz="1300"/>
          </a:p>
        </p:txBody>
      </p:sp>
      <p:grpSp>
        <p:nvGrpSpPr>
          <p:cNvPr id="458" name="Google Shape;458;p24"/>
          <p:cNvGrpSpPr/>
          <p:nvPr/>
        </p:nvGrpSpPr>
        <p:grpSpPr>
          <a:xfrm>
            <a:off x="875550" y="1343793"/>
            <a:ext cx="331700" cy="331250"/>
            <a:chOff x="4111263" y="1255150"/>
            <a:chExt cx="331700" cy="331250"/>
          </a:xfrm>
        </p:grpSpPr>
        <p:sp>
          <p:nvSpPr>
            <p:cNvPr id="459" name="Google Shape;459;p24"/>
            <p:cNvSpPr/>
            <p:nvPr/>
          </p:nvSpPr>
          <p:spPr>
            <a:xfrm>
              <a:off x="4169338" y="1313225"/>
              <a:ext cx="136175" cy="176525"/>
            </a:xfrm>
            <a:custGeom>
              <a:rect b="b" l="l" r="r" t="t"/>
              <a:pathLst>
                <a:path extrusionOk="0" h="7061" w="5447">
                  <a:moveTo>
                    <a:pt x="1138" y="780"/>
                  </a:moveTo>
                  <a:cubicBezTo>
                    <a:pt x="1149" y="780"/>
                    <a:pt x="1160" y="780"/>
                    <a:pt x="1171" y="781"/>
                  </a:cubicBezTo>
                  <a:lnTo>
                    <a:pt x="4275" y="781"/>
                  </a:lnTo>
                  <a:cubicBezTo>
                    <a:pt x="4754" y="817"/>
                    <a:pt x="4754" y="1526"/>
                    <a:pt x="4275" y="1561"/>
                  </a:cubicBezTo>
                  <a:lnTo>
                    <a:pt x="1171" y="1561"/>
                  </a:lnTo>
                  <a:cubicBezTo>
                    <a:pt x="1160" y="1562"/>
                    <a:pt x="1149" y="1563"/>
                    <a:pt x="1138" y="1563"/>
                  </a:cubicBezTo>
                  <a:cubicBezTo>
                    <a:pt x="633" y="1563"/>
                    <a:pt x="633" y="780"/>
                    <a:pt x="1138" y="780"/>
                  </a:cubicBezTo>
                  <a:close/>
                  <a:moveTo>
                    <a:pt x="2732" y="2342"/>
                  </a:moveTo>
                  <a:cubicBezTo>
                    <a:pt x="3247" y="2342"/>
                    <a:pt x="3247" y="3105"/>
                    <a:pt x="2732" y="3105"/>
                  </a:cubicBezTo>
                  <a:lnTo>
                    <a:pt x="1171" y="3105"/>
                  </a:lnTo>
                  <a:cubicBezTo>
                    <a:pt x="657" y="3105"/>
                    <a:pt x="657" y="2342"/>
                    <a:pt x="1171" y="2342"/>
                  </a:cubicBezTo>
                  <a:close/>
                  <a:moveTo>
                    <a:pt x="1" y="1"/>
                  </a:moveTo>
                  <a:lnTo>
                    <a:pt x="1" y="7060"/>
                  </a:lnTo>
                  <a:lnTo>
                    <a:pt x="5446" y="7060"/>
                  </a:lnTo>
                  <a:lnTo>
                    <a:pt x="5446" y="1"/>
                  </a:ln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4111263" y="1255150"/>
              <a:ext cx="252325" cy="331250"/>
            </a:xfrm>
            <a:custGeom>
              <a:rect b="b" l="l" r="r" t="t"/>
              <a:pathLst>
                <a:path extrusionOk="0" h="13250" w="10093">
                  <a:moveTo>
                    <a:pt x="8142" y="1561"/>
                  </a:moveTo>
                  <a:cubicBezTo>
                    <a:pt x="8354" y="1561"/>
                    <a:pt x="8532" y="1721"/>
                    <a:pt x="8532" y="1951"/>
                  </a:cubicBezTo>
                  <a:lnTo>
                    <a:pt x="8550" y="9756"/>
                  </a:lnTo>
                  <a:cubicBezTo>
                    <a:pt x="8550" y="9968"/>
                    <a:pt x="8372" y="10146"/>
                    <a:pt x="8159" y="10146"/>
                  </a:cubicBezTo>
                  <a:lnTo>
                    <a:pt x="1951" y="10146"/>
                  </a:lnTo>
                  <a:cubicBezTo>
                    <a:pt x="1941" y="10147"/>
                    <a:pt x="1932" y="10147"/>
                    <a:pt x="1922" y="10147"/>
                  </a:cubicBezTo>
                  <a:cubicBezTo>
                    <a:pt x="1721" y="10147"/>
                    <a:pt x="1544" y="9975"/>
                    <a:pt x="1561" y="9756"/>
                  </a:cubicBezTo>
                  <a:lnTo>
                    <a:pt x="1561" y="1951"/>
                  </a:lnTo>
                  <a:cubicBezTo>
                    <a:pt x="1561" y="1721"/>
                    <a:pt x="1721" y="1561"/>
                    <a:pt x="1934" y="1561"/>
                  </a:cubicBezTo>
                  <a:close/>
                  <a:moveTo>
                    <a:pt x="5836" y="10926"/>
                  </a:moveTo>
                  <a:cubicBezTo>
                    <a:pt x="6315" y="10962"/>
                    <a:pt x="6315" y="11671"/>
                    <a:pt x="5836" y="11707"/>
                  </a:cubicBezTo>
                  <a:lnTo>
                    <a:pt x="4275" y="11707"/>
                  </a:lnTo>
                  <a:cubicBezTo>
                    <a:pt x="3796" y="11671"/>
                    <a:pt x="3796" y="10962"/>
                    <a:pt x="4275" y="10926"/>
                  </a:cubicBezTo>
                  <a:close/>
                  <a:moveTo>
                    <a:pt x="1171" y="0"/>
                  </a:moveTo>
                  <a:cubicBezTo>
                    <a:pt x="532" y="0"/>
                    <a:pt x="0" y="514"/>
                    <a:pt x="0" y="1171"/>
                  </a:cubicBezTo>
                  <a:lnTo>
                    <a:pt x="0" y="9756"/>
                  </a:lnTo>
                  <a:cubicBezTo>
                    <a:pt x="0" y="11689"/>
                    <a:pt x="1561" y="13250"/>
                    <a:pt x="3494" y="13250"/>
                  </a:cubicBezTo>
                  <a:lnTo>
                    <a:pt x="6598" y="13250"/>
                  </a:lnTo>
                  <a:cubicBezTo>
                    <a:pt x="8532" y="13250"/>
                    <a:pt x="10093" y="11689"/>
                    <a:pt x="10093" y="9756"/>
                  </a:cubicBezTo>
                  <a:lnTo>
                    <a:pt x="10093" y="1171"/>
                  </a:lnTo>
                  <a:cubicBezTo>
                    <a:pt x="10093" y="514"/>
                    <a:pt x="9578" y="0"/>
                    <a:pt x="8940" y="0"/>
                  </a:cubicBez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4383088" y="1274650"/>
              <a:ext cx="59425" cy="38600"/>
            </a:xfrm>
            <a:custGeom>
              <a:rect b="b" l="l" r="r" t="t"/>
              <a:pathLst>
                <a:path extrusionOk="0" h="1544" w="2377">
                  <a:moveTo>
                    <a:pt x="1189" y="0"/>
                  </a:moveTo>
                  <a:cubicBezTo>
                    <a:pt x="550" y="0"/>
                    <a:pt x="18" y="515"/>
                    <a:pt x="0" y="1171"/>
                  </a:cubicBezTo>
                  <a:lnTo>
                    <a:pt x="0" y="1544"/>
                  </a:lnTo>
                  <a:lnTo>
                    <a:pt x="2377" y="1544"/>
                  </a:lnTo>
                  <a:lnTo>
                    <a:pt x="2377" y="1171"/>
                  </a:lnTo>
                  <a:cubicBezTo>
                    <a:pt x="2377" y="515"/>
                    <a:pt x="1845" y="0"/>
                    <a:pt x="1189" y="0"/>
                  </a:cubicBez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4383088" y="1332750"/>
              <a:ext cx="59425" cy="156550"/>
            </a:xfrm>
            <a:custGeom>
              <a:rect b="b" l="l" r="r" t="t"/>
              <a:pathLst>
                <a:path extrusionOk="0" h="6262" w="2377">
                  <a:moveTo>
                    <a:pt x="0" y="0"/>
                  </a:moveTo>
                  <a:lnTo>
                    <a:pt x="0" y="6261"/>
                  </a:lnTo>
                  <a:lnTo>
                    <a:pt x="2377" y="6261"/>
                  </a:lnTo>
                  <a:lnTo>
                    <a:pt x="2377" y="0"/>
                  </a:ln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4383088" y="1508775"/>
              <a:ext cx="59875" cy="58575"/>
            </a:xfrm>
            <a:custGeom>
              <a:rect b="b" l="l" r="r" t="t"/>
              <a:pathLst>
                <a:path extrusionOk="0" h="2343" w="2395">
                  <a:moveTo>
                    <a:pt x="0" y="1"/>
                  </a:moveTo>
                  <a:lnTo>
                    <a:pt x="0" y="391"/>
                  </a:lnTo>
                  <a:cubicBezTo>
                    <a:pt x="0" y="462"/>
                    <a:pt x="18" y="515"/>
                    <a:pt x="53" y="568"/>
                  </a:cubicBezTo>
                  <a:lnTo>
                    <a:pt x="852" y="2129"/>
                  </a:lnTo>
                  <a:cubicBezTo>
                    <a:pt x="923" y="2271"/>
                    <a:pt x="1060" y="2342"/>
                    <a:pt x="1197" y="2342"/>
                  </a:cubicBezTo>
                  <a:cubicBezTo>
                    <a:pt x="1335" y="2342"/>
                    <a:pt x="1472" y="2271"/>
                    <a:pt x="1543" y="2129"/>
                  </a:cubicBezTo>
                  <a:lnTo>
                    <a:pt x="2342" y="568"/>
                  </a:lnTo>
                  <a:cubicBezTo>
                    <a:pt x="2377" y="515"/>
                    <a:pt x="2377" y="462"/>
                    <a:pt x="2395" y="391"/>
                  </a:cubicBezTo>
                  <a:lnTo>
                    <a:pt x="2395" y="1"/>
                  </a:ln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4"/>
          <p:cNvSpPr txBox="1"/>
          <p:nvPr/>
        </p:nvSpPr>
        <p:spPr>
          <a:xfrm>
            <a:off x="713300" y="1999750"/>
            <a:ext cx="2311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ra"/>
                <a:ea typeface="Sora"/>
                <a:cs typeface="Sora"/>
                <a:sym typeface="Sora"/>
              </a:rPr>
              <a:t>Desafios</a:t>
            </a:r>
            <a:endParaRPr b="1" sz="180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3416400" y="1999750"/>
            <a:ext cx="2311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ra"/>
                <a:ea typeface="Sora"/>
                <a:cs typeface="Sora"/>
                <a:sym typeface="Sora"/>
              </a:rPr>
              <a:t>Limitantes</a:t>
            </a:r>
            <a:endParaRPr b="1" sz="180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6" name="Google Shape;466;p24"/>
          <p:cNvSpPr txBox="1"/>
          <p:nvPr/>
        </p:nvSpPr>
        <p:spPr>
          <a:xfrm>
            <a:off x="933725" y="2544050"/>
            <a:ext cx="20907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3350" lvl="0" marL="228600" rtl="0" algn="l">
              <a:spcBef>
                <a:spcPts val="0"/>
              </a:spcBef>
              <a:spcAft>
                <a:spcPts val="0"/>
              </a:spcAft>
              <a:buSzPts val="1200"/>
              <a:buFont typeface="Catamaran Medium"/>
              <a:buChar char="●"/>
            </a:pPr>
            <a:r>
              <a:rPr lang="en" sz="1200">
                <a:latin typeface="Catamaran Medium"/>
                <a:ea typeface="Catamaran Medium"/>
                <a:cs typeface="Catamaran Medium"/>
                <a:sym typeface="Catamaran Medium"/>
              </a:rPr>
              <a:t>Replicar variabilidad y ambigüedad del lenguaje real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5715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33350" lvl="0" marL="228600" rtl="0" algn="l">
              <a:spcBef>
                <a:spcPts val="0"/>
              </a:spcBef>
              <a:spcAft>
                <a:spcPts val="0"/>
              </a:spcAft>
              <a:buSzPts val="1200"/>
              <a:buFont typeface="Catamaran Medium"/>
              <a:buChar char="●"/>
            </a:pPr>
            <a:r>
              <a:rPr lang="en" sz="1200">
                <a:latin typeface="Catamaran Medium"/>
                <a:ea typeface="Catamaran Medium"/>
                <a:cs typeface="Catamaran Medium"/>
                <a:sym typeface="Catamaran Medium"/>
              </a:rPr>
              <a:t>Simular distribuciones representativas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3416325" y="2544050"/>
            <a:ext cx="23112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33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tamaran Medium"/>
              <a:buChar char="●"/>
            </a:pPr>
            <a:r>
              <a:rPr lang="en" sz="1200">
                <a:latin typeface="Catamaran Medium"/>
                <a:ea typeface="Catamaran Medium"/>
                <a:cs typeface="Catamaran Medium"/>
                <a:sym typeface="Catamaran Medium"/>
              </a:rPr>
              <a:t>Complejidad semántica acotada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333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tamaran Medium"/>
              <a:buChar char="●"/>
            </a:pPr>
            <a:r>
              <a:rPr lang="en" sz="1200">
                <a:latin typeface="Catamaran Medium"/>
                <a:ea typeface="Catamaran Medium"/>
                <a:cs typeface="Catamaran Medium"/>
                <a:sym typeface="Catamaran Medium"/>
              </a:rPr>
              <a:t>Posible sesgo por generación basada en plantillas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468" name="Google Shape;468;p24"/>
          <p:cNvSpPr txBox="1"/>
          <p:nvPr/>
        </p:nvSpPr>
        <p:spPr>
          <a:xfrm>
            <a:off x="6119425" y="2544050"/>
            <a:ext cx="23112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33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tamaran Medium"/>
              <a:buChar char="●"/>
            </a:pPr>
            <a:r>
              <a:rPr lang="en" sz="1200">
                <a:latin typeface="Catamaran Medium"/>
                <a:ea typeface="Catamaran Medium"/>
                <a:cs typeface="Catamaran Medium"/>
                <a:sym typeface="Catamaran Medium"/>
              </a:rPr>
              <a:t>Los resultados pueden diferir en datos reales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333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tamaran Medium"/>
              <a:buChar char="●"/>
            </a:pPr>
            <a:r>
              <a:rPr lang="en" sz="1200">
                <a:latin typeface="Catamaran Medium"/>
                <a:ea typeface="Catamaran Medium"/>
                <a:cs typeface="Catamaran Medium"/>
                <a:sym typeface="Catamaran Medium"/>
              </a:rPr>
              <a:t>Es necesario validar el desempeño con datos reales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6119500" y="1999750"/>
            <a:ext cx="2311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ora"/>
                <a:ea typeface="Sora"/>
                <a:cs typeface="Sora"/>
                <a:sym typeface="Sora"/>
              </a:rPr>
              <a:t>Consideraciones</a:t>
            </a:r>
            <a:endParaRPr b="1" sz="1800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"/>
          <p:cNvSpPr txBox="1"/>
          <p:nvPr>
            <p:ph idx="6" type="subTitle"/>
          </p:nvPr>
        </p:nvSpPr>
        <p:spPr>
          <a:xfrm>
            <a:off x="1027600" y="2925975"/>
            <a:ext cx="1810800" cy="7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canales de entrada</a:t>
            </a:r>
            <a:endParaRPr/>
          </a:p>
        </p:txBody>
      </p:sp>
      <p:sp>
        <p:nvSpPr>
          <p:cNvPr id="475" name="Google Shape;47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76" name="Google Shape;476;p25"/>
          <p:cNvSpPr txBox="1"/>
          <p:nvPr>
            <p:ph idx="5" type="subTitle"/>
          </p:nvPr>
        </p:nvSpPr>
        <p:spPr>
          <a:xfrm>
            <a:off x="939050" y="1741150"/>
            <a:ext cx="1810800" cy="7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 intenciones principales</a:t>
            </a:r>
            <a:endParaRPr/>
          </a:p>
        </p:txBody>
      </p:sp>
      <p:sp>
        <p:nvSpPr>
          <p:cNvPr id="477" name="Google Shape;477;p25"/>
          <p:cNvSpPr txBox="1"/>
          <p:nvPr>
            <p:ph idx="7" type="subTitle"/>
          </p:nvPr>
        </p:nvSpPr>
        <p:spPr>
          <a:xfrm>
            <a:off x="3424850" y="1741150"/>
            <a:ext cx="1745700" cy="7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productos bancarios</a:t>
            </a:r>
            <a:endParaRPr/>
          </a:p>
        </p:txBody>
      </p:sp>
      <p:sp>
        <p:nvSpPr>
          <p:cNvPr id="478" name="Google Shape;478;p25"/>
          <p:cNvSpPr txBox="1"/>
          <p:nvPr>
            <p:ph idx="8" type="subTitle"/>
          </p:nvPr>
        </p:nvSpPr>
        <p:spPr>
          <a:xfrm>
            <a:off x="3515450" y="2925975"/>
            <a:ext cx="1655100" cy="128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Etiquetado adicional de entidad motivo</a:t>
            </a:r>
            <a:endParaRPr/>
          </a:p>
        </p:txBody>
      </p:sp>
      <p:grpSp>
        <p:nvGrpSpPr>
          <p:cNvPr id="479" name="Google Shape;479;p25"/>
          <p:cNvGrpSpPr/>
          <p:nvPr/>
        </p:nvGrpSpPr>
        <p:grpSpPr>
          <a:xfrm>
            <a:off x="455525" y="1842392"/>
            <a:ext cx="331250" cy="331275"/>
            <a:chOff x="1794313" y="2696300"/>
            <a:chExt cx="331250" cy="331275"/>
          </a:xfrm>
        </p:grpSpPr>
        <p:sp>
          <p:nvSpPr>
            <p:cNvPr id="480" name="Google Shape;480;p25"/>
            <p:cNvSpPr/>
            <p:nvPr/>
          </p:nvSpPr>
          <p:spPr>
            <a:xfrm>
              <a:off x="1910938" y="2754400"/>
              <a:ext cx="156550" cy="59875"/>
            </a:xfrm>
            <a:custGeom>
              <a:rect b="b" l="l" r="r" t="t"/>
              <a:pathLst>
                <a:path extrusionOk="0" h="2395" w="6262">
                  <a:moveTo>
                    <a:pt x="0" y="0"/>
                  </a:moveTo>
                  <a:lnTo>
                    <a:pt x="0" y="2395"/>
                  </a:lnTo>
                  <a:lnTo>
                    <a:pt x="6261" y="2395"/>
                  </a:lnTo>
                  <a:lnTo>
                    <a:pt x="62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5"/>
            <p:cNvSpPr/>
            <p:nvPr/>
          </p:nvSpPr>
          <p:spPr>
            <a:xfrm>
              <a:off x="1910938" y="2949950"/>
              <a:ext cx="38600" cy="19525"/>
            </a:xfrm>
            <a:custGeom>
              <a:rect b="b" l="l" r="r" t="t"/>
              <a:pathLst>
                <a:path extrusionOk="0" h="781" w="1544">
                  <a:moveTo>
                    <a:pt x="0" y="0"/>
                  </a:moveTo>
                  <a:lnTo>
                    <a:pt x="0" y="781"/>
                  </a:lnTo>
                  <a:lnTo>
                    <a:pt x="1543" y="781"/>
                  </a:lnTo>
                  <a:lnTo>
                    <a:pt x="15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1847063" y="2696300"/>
              <a:ext cx="278500" cy="331275"/>
            </a:xfrm>
            <a:custGeom>
              <a:rect b="b" l="l" r="r" t="t"/>
              <a:pathLst>
                <a:path extrusionOk="0" h="13251" w="11140">
                  <a:moveTo>
                    <a:pt x="9207" y="1561"/>
                  </a:moveTo>
                  <a:cubicBezTo>
                    <a:pt x="9419" y="1561"/>
                    <a:pt x="9579" y="1721"/>
                    <a:pt x="9579" y="1952"/>
                  </a:cubicBezTo>
                  <a:lnTo>
                    <a:pt x="9597" y="5091"/>
                  </a:lnTo>
                  <a:cubicBezTo>
                    <a:pt x="9597" y="5304"/>
                    <a:pt x="9419" y="5481"/>
                    <a:pt x="9207" y="5481"/>
                  </a:cubicBezTo>
                  <a:lnTo>
                    <a:pt x="2165" y="5481"/>
                  </a:lnTo>
                  <a:cubicBezTo>
                    <a:pt x="1952" y="5481"/>
                    <a:pt x="1775" y="5304"/>
                    <a:pt x="1775" y="5091"/>
                  </a:cubicBezTo>
                  <a:lnTo>
                    <a:pt x="1775" y="1952"/>
                  </a:lnTo>
                  <a:cubicBezTo>
                    <a:pt x="1775" y="1721"/>
                    <a:pt x="1952" y="1561"/>
                    <a:pt x="2165" y="1561"/>
                  </a:cubicBezTo>
                  <a:close/>
                  <a:moveTo>
                    <a:pt x="4488" y="6262"/>
                  </a:moveTo>
                  <a:cubicBezTo>
                    <a:pt x="4967" y="6297"/>
                    <a:pt x="4967" y="7007"/>
                    <a:pt x="4488" y="7042"/>
                  </a:cubicBezTo>
                  <a:lnTo>
                    <a:pt x="2165" y="7042"/>
                  </a:lnTo>
                  <a:cubicBezTo>
                    <a:pt x="1686" y="7007"/>
                    <a:pt x="1686" y="6297"/>
                    <a:pt x="2165" y="6262"/>
                  </a:cubicBezTo>
                  <a:close/>
                  <a:moveTo>
                    <a:pt x="9207" y="6262"/>
                  </a:moveTo>
                  <a:cubicBezTo>
                    <a:pt x="9685" y="6297"/>
                    <a:pt x="9685" y="7007"/>
                    <a:pt x="9207" y="7042"/>
                  </a:cubicBezTo>
                  <a:lnTo>
                    <a:pt x="6049" y="7042"/>
                  </a:lnTo>
                  <a:cubicBezTo>
                    <a:pt x="5570" y="7007"/>
                    <a:pt x="5570" y="6297"/>
                    <a:pt x="6049" y="6262"/>
                  </a:cubicBezTo>
                  <a:close/>
                  <a:moveTo>
                    <a:pt x="4488" y="7805"/>
                  </a:moveTo>
                  <a:cubicBezTo>
                    <a:pt x="5003" y="7805"/>
                    <a:pt x="5003" y="8585"/>
                    <a:pt x="4488" y="8585"/>
                  </a:cubicBezTo>
                  <a:lnTo>
                    <a:pt x="2165" y="8585"/>
                  </a:lnTo>
                  <a:cubicBezTo>
                    <a:pt x="1650" y="8585"/>
                    <a:pt x="1650" y="7805"/>
                    <a:pt x="2165" y="7805"/>
                  </a:cubicBezTo>
                  <a:close/>
                  <a:moveTo>
                    <a:pt x="9207" y="7805"/>
                  </a:moveTo>
                  <a:cubicBezTo>
                    <a:pt x="9721" y="7805"/>
                    <a:pt x="9721" y="8585"/>
                    <a:pt x="9207" y="8585"/>
                  </a:cubicBezTo>
                  <a:lnTo>
                    <a:pt x="6049" y="8585"/>
                  </a:lnTo>
                  <a:cubicBezTo>
                    <a:pt x="5535" y="8585"/>
                    <a:pt x="5535" y="7805"/>
                    <a:pt x="6049" y="7805"/>
                  </a:cubicBezTo>
                  <a:close/>
                  <a:moveTo>
                    <a:pt x="9207" y="9366"/>
                  </a:moveTo>
                  <a:cubicBezTo>
                    <a:pt x="9721" y="9366"/>
                    <a:pt x="9721" y="10146"/>
                    <a:pt x="9207" y="10146"/>
                  </a:cubicBezTo>
                  <a:lnTo>
                    <a:pt x="6049" y="10146"/>
                  </a:lnTo>
                  <a:cubicBezTo>
                    <a:pt x="5535" y="10146"/>
                    <a:pt x="5535" y="9366"/>
                    <a:pt x="6049" y="9366"/>
                  </a:cubicBezTo>
                  <a:close/>
                  <a:moveTo>
                    <a:pt x="4488" y="9366"/>
                  </a:moveTo>
                  <a:cubicBezTo>
                    <a:pt x="4701" y="9366"/>
                    <a:pt x="4879" y="9543"/>
                    <a:pt x="4879" y="9756"/>
                  </a:cubicBezTo>
                  <a:lnTo>
                    <a:pt x="4879" y="11317"/>
                  </a:lnTo>
                  <a:cubicBezTo>
                    <a:pt x="4879" y="11530"/>
                    <a:pt x="4701" y="11689"/>
                    <a:pt x="4488" y="11689"/>
                  </a:cubicBezTo>
                  <a:lnTo>
                    <a:pt x="2165" y="11689"/>
                  </a:lnTo>
                  <a:cubicBezTo>
                    <a:pt x="1952" y="11689"/>
                    <a:pt x="1775" y="11530"/>
                    <a:pt x="1775" y="11317"/>
                  </a:cubicBezTo>
                  <a:lnTo>
                    <a:pt x="1775" y="9756"/>
                  </a:lnTo>
                  <a:cubicBezTo>
                    <a:pt x="1775" y="9543"/>
                    <a:pt x="1952" y="9366"/>
                    <a:pt x="2165" y="9366"/>
                  </a:cubicBezTo>
                  <a:close/>
                  <a:moveTo>
                    <a:pt x="9207" y="10909"/>
                  </a:moveTo>
                  <a:cubicBezTo>
                    <a:pt x="9685" y="10944"/>
                    <a:pt x="9685" y="11654"/>
                    <a:pt x="9207" y="11689"/>
                  </a:cubicBezTo>
                  <a:lnTo>
                    <a:pt x="6049" y="11689"/>
                  </a:lnTo>
                  <a:cubicBezTo>
                    <a:pt x="5570" y="11654"/>
                    <a:pt x="5570" y="10944"/>
                    <a:pt x="6049" y="10909"/>
                  </a:cubicBezTo>
                  <a:close/>
                  <a:moveTo>
                    <a:pt x="1384" y="0"/>
                  </a:moveTo>
                  <a:cubicBezTo>
                    <a:pt x="746" y="0"/>
                    <a:pt x="214" y="515"/>
                    <a:pt x="214" y="1171"/>
                  </a:cubicBezTo>
                  <a:lnTo>
                    <a:pt x="214" y="12470"/>
                  </a:lnTo>
                  <a:cubicBezTo>
                    <a:pt x="214" y="12754"/>
                    <a:pt x="143" y="13020"/>
                    <a:pt x="1" y="13250"/>
                  </a:cubicBezTo>
                  <a:lnTo>
                    <a:pt x="9969" y="13250"/>
                  </a:lnTo>
                  <a:cubicBezTo>
                    <a:pt x="10626" y="13250"/>
                    <a:pt x="11140" y="12736"/>
                    <a:pt x="11140" y="12080"/>
                  </a:cubicBezTo>
                  <a:lnTo>
                    <a:pt x="11140" y="1171"/>
                  </a:lnTo>
                  <a:cubicBezTo>
                    <a:pt x="11140" y="515"/>
                    <a:pt x="10626" y="0"/>
                    <a:pt x="9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5"/>
            <p:cNvSpPr/>
            <p:nvPr/>
          </p:nvSpPr>
          <p:spPr>
            <a:xfrm>
              <a:off x="1794313" y="2735325"/>
              <a:ext cx="39025" cy="291125"/>
            </a:xfrm>
            <a:custGeom>
              <a:rect b="b" l="l" r="r" t="t"/>
              <a:pathLst>
                <a:path extrusionOk="0" h="11645" w="1561">
                  <a:moveTo>
                    <a:pt x="390" y="0"/>
                  </a:moveTo>
                  <a:cubicBezTo>
                    <a:pt x="177" y="0"/>
                    <a:pt x="0" y="160"/>
                    <a:pt x="0" y="391"/>
                  </a:cubicBezTo>
                  <a:lnTo>
                    <a:pt x="0" y="10927"/>
                  </a:lnTo>
                  <a:cubicBezTo>
                    <a:pt x="36" y="11405"/>
                    <a:pt x="404" y="11645"/>
                    <a:pt x="774" y="11645"/>
                  </a:cubicBezTo>
                  <a:cubicBezTo>
                    <a:pt x="1144" y="11645"/>
                    <a:pt x="1517" y="11405"/>
                    <a:pt x="1561" y="10927"/>
                  </a:cubicBezTo>
                  <a:lnTo>
                    <a:pt x="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" name="Google Shape;484;p25"/>
          <p:cNvGrpSpPr/>
          <p:nvPr/>
        </p:nvGrpSpPr>
        <p:grpSpPr>
          <a:xfrm>
            <a:off x="543850" y="3001450"/>
            <a:ext cx="331700" cy="310450"/>
            <a:chOff x="2559238" y="2708250"/>
            <a:chExt cx="331700" cy="310450"/>
          </a:xfrm>
        </p:grpSpPr>
        <p:sp>
          <p:nvSpPr>
            <p:cNvPr id="485" name="Google Shape;485;p25"/>
            <p:cNvSpPr/>
            <p:nvPr/>
          </p:nvSpPr>
          <p:spPr>
            <a:xfrm>
              <a:off x="2559238" y="2980100"/>
              <a:ext cx="331700" cy="38600"/>
            </a:xfrm>
            <a:custGeom>
              <a:rect b="b" l="l" r="r" t="t"/>
              <a:pathLst>
                <a:path extrusionOk="0" h="1544" w="13268">
                  <a:moveTo>
                    <a:pt x="390" y="0"/>
                  </a:moveTo>
                  <a:cubicBezTo>
                    <a:pt x="178" y="0"/>
                    <a:pt x="0" y="178"/>
                    <a:pt x="0" y="391"/>
                  </a:cubicBezTo>
                  <a:lnTo>
                    <a:pt x="0" y="781"/>
                  </a:lnTo>
                  <a:cubicBezTo>
                    <a:pt x="0" y="1207"/>
                    <a:pt x="355" y="1544"/>
                    <a:pt x="781" y="1544"/>
                  </a:cubicBezTo>
                  <a:lnTo>
                    <a:pt x="12487" y="1544"/>
                  </a:lnTo>
                  <a:cubicBezTo>
                    <a:pt x="12913" y="1544"/>
                    <a:pt x="13250" y="1207"/>
                    <a:pt x="13268" y="781"/>
                  </a:cubicBezTo>
                  <a:lnTo>
                    <a:pt x="13268" y="391"/>
                  </a:lnTo>
                  <a:cubicBezTo>
                    <a:pt x="13268" y="178"/>
                    <a:pt x="13090" y="0"/>
                    <a:pt x="12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5"/>
            <p:cNvSpPr/>
            <p:nvPr/>
          </p:nvSpPr>
          <p:spPr>
            <a:xfrm>
              <a:off x="2696263" y="2708250"/>
              <a:ext cx="194675" cy="174975"/>
            </a:xfrm>
            <a:custGeom>
              <a:rect b="b" l="l" r="r" t="t"/>
              <a:pathLst>
                <a:path extrusionOk="0" h="6999" w="7787">
                  <a:moveTo>
                    <a:pt x="5836" y="1545"/>
                  </a:moveTo>
                  <a:cubicBezTo>
                    <a:pt x="6315" y="1580"/>
                    <a:pt x="6315" y="2289"/>
                    <a:pt x="5836" y="2325"/>
                  </a:cubicBezTo>
                  <a:lnTo>
                    <a:pt x="1951" y="2325"/>
                  </a:lnTo>
                  <a:cubicBezTo>
                    <a:pt x="1472" y="2289"/>
                    <a:pt x="1472" y="1580"/>
                    <a:pt x="1951" y="1545"/>
                  </a:cubicBezTo>
                  <a:close/>
                  <a:moveTo>
                    <a:pt x="4275" y="3105"/>
                  </a:moveTo>
                  <a:cubicBezTo>
                    <a:pt x="4789" y="3105"/>
                    <a:pt x="4789" y="3868"/>
                    <a:pt x="4275" y="3868"/>
                  </a:cubicBezTo>
                  <a:lnTo>
                    <a:pt x="1951" y="3868"/>
                  </a:lnTo>
                  <a:cubicBezTo>
                    <a:pt x="1437" y="3868"/>
                    <a:pt x="1437" y="3105"/>
                    <a:pt x="1951" y="3105"/>
                  </a:cubicBezTo>
                  <a:close/>
                  <a:moveTo>
                    <a:pt x="1140" y="1"/>
                  </a:moveTo>
                  <a:cubicBezTo>
                    <a:pt x="515" y="1"/>
                    <a:pt x="0" y="526"/>
                    <a:pt x="0" y="1154"/>
                  </a:cubicBezTo>
                  <a:lnTo>
                    <a:pt x="0" y="4312"/>
                  </a:lnTo>
                  <a:cubicBezTo>
                    <a:pt x="17" y="4939"/>
                    <a:pt x="514" y="5429"/>
                    <a:pt x="1138" y="5429"/>
                  </a:cubicBezTo>
                  <a:cubicBezTo>
                    <a:pt x="1149" y="5429"/>
                    <a:pt x="1160" y="5429"/>
                    <a:pt x="1171" y="5429"/>
                  </a:cubicBezTo>
                  <a:lnTo>
                    <a:pt x="1561" y="5429"/>
                  </a:lnTo>
                  <a:lnTo>
                    <a:pt x="1561" y="6600"/>
                  </a:lnTo>
                  <a:cubicBezTo>
                    <a:pt x="1561" y="6759"/>
                    <a:pt x="1650" y="6901"/>
                    <a:pt x="1791" y="6954"/>
                  </a:cubicBezTo>
                  <a:cubicBezTo>
                    <a:pt x="1854" y="6985"/>
                    <a:pt x="1909" y="6999"/>
                    <a:pt x="1960" y="6999"/>
                  </a:cubicBezTo>
                  <a:cubicBezTo>
                    <a:pt x="2112" y="6999"/>
                    <a:pt x="2222" y="6879"/>
                    <a:pt x="2341" y="6759"/>
                  </a:cubicBezTo>
                  <a:lnTo>
                    <a:pt x="3672" y="5429"/>
                  </a:lnTo>
                  <a:lnTo>
                    <a:pt x="6705" y="5429"/>
                  </a:lnTo>
                  <a:cubicBezTo>
                    <a:pt x="7308" y="5411"/>
                    <a:pt x="7787" y="4915"/>
                    <a:pt x="7787" y="4312"/>
                  </a:cubicBezTo>
                  <a:lnTo>
                    <a:pt x="7787" y="1154"/>
                  </a:lnTo>
                  <a:cubicBezTo>
                    <a:pt x="7787" y="516"/>
                    <a:pt x="7255" y="1"/>
                    <a:pt x="6616" y="1"/>
                  </a:cubicBezTo>
                  <a:lnTo>
                    <a:pt x="1171" y="1"/>
                  </a:lnTo>
                  <a:cubicBezTo>
                    <a:pt x="1160" y="1"/>
                    <a:pt x="1150" y="1"/>
                    <a:pt x="1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2578738" y="2785425"/>
              <a:ext cx="292700" cy="174750"/>
            </a:xfrm>
            <a:custGeom>
              <a:rect b="b" l="l" r="r" t="t"/>
              <a:pathLst>
                <a:path extrusionOk="0" h="6990" w="11708">
                  <a:moveTo>
                    <a:pt x="1171" y="1"/>
                  </a:moveTo>
                  <a:cubicBezTo>
                    <a:pt x="533" y="1"/>
                    <a:pt x="1" y="533"/>
                    <a:pt x="1" y="1171"/>
                  </a:cubicBezTo>
                  <a:lnTo>
                    <a:pt x="1" y="6989"/>
                  </a:lnTo>
                  <a:lnTo>
                    <a:pt x="11707" y="6989"/>
                  </a:lnTo>
                  <a:lnTo>
                    <a:pt x="11707" y="3122"/>
                  </a:lnTo>
                  <a:lnTo>
                    <a:pt x="8692" y="3122"/>
                  </a:lnTo>
                  <a:lnTo>
                    <a:pt x="7592" y="4204"/>
                  </a:lnTo>
                  <a:cubicBezTo>
                    <a:pt x="7303" y="4505"/>
                    <a:pt x="6998" y="4692"/>
                    <a:pt x="6660" y="4692"/>
                  </a:cubicBezTo>
                  <a:cubicBezTo>
                    <a:pt x="6499" y="4692"/>
                    <a:pt x="6332" y="4650"/>
                    <a:pt x="6155" y="4559"/>
                  </a:cubicBezTo>
                  <a:cubicBezTo>
                    <a:pt x="5748" y="4364"/>
                    <a:pt x="5481" y="3956"/>
                    <a:pt x="5499" y="3513"/>
                  </a:cubicBezTo>
                  <a:lnTo>
                    <a:pt x="5499" y="3069"/>
                  </a:lnTo>
                  <a:cubicBezTo>
                    <a:pt x="4595" y="2910"/>
                    <a:pt x="3938" y="2129"/>
                    <a:pt x="3938" y="1225"/>
                  </a:cubicBez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25"/>
          <p:cNvGrpSpPr/>
          <p:nvPr/>
        </p:nvGrpSpPr>
        <p:grpSpPr>
          <a:xfrm>
            <a:off x="2941775" y="1842617"/>
            <a:ext cx="330825" cy="330850"/>
            <a:chOff x="2573413" y="3411550"/>
            <a:chExt cx="330825" cy="330850"/>
          </a:xfrm>
        </p:grpSpPr>
        <p:sp>
          <p:nvSpPr>
            <p:cNvPr id="489" name="Google Shape;489;p25"/>
            <p:cNvSpPr/>
            <p:nvPr/>
          </p:nvSpPr>
          <p:spPr>
            <a:xfrm>
              <a:off x="2573413" y="3518875"/>
              <a:ext cx="136175" cy="116675"/>
            </a:xfrm>
            <a:custGeom>
              <a:rect b="b" l="l" r="r" t="t"/>
              <a:pathLst>
                <a:path extrusionOk="0" h="4667" w="5447">
                  <a:moveTo>
                    <a:pt x="3123" y="0"/>
                  </a:moveTo>
                  <a:cubicBezTo>
                    <a:pt x="1047" y="0"/>
                    <a:pt x="1" y="2501"/>
                    <a:pt x="1473" y="3973"/>
                  </a:cubicBezTo>
                  <a:cubicBezTo>
                    <a:pt x="1946" y="4452"/>
                    <a:pt x="2531" y="4666"/>
                    <a:pt x="3106" y="4666"/>
                  </a:cubicBezTo>
                  <a:cubicBezTo>
                    <a:pt x="4299" y="4666"/>
                    <a:pt x="5446" y="3742"/>
                    <a:pt x="5446" y="2342"/>
                  </a:cubicBezTo>
                  <a:cubicBezTo>
                    <a:pt x="5446" y="1047"/>
                    <a:pt x="4400" y="0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2711763" y="3411550"/>
              <a:ext cx="172825" cy="133950"/>
            </a:xfrm>
            <a:custGeom>
              <a:rect b="b" l="l" r="r" t="t"/>
              <a:pathLst>
                <a:path extrusionOk="0" h="5358" w="6913">
                  <a:moveTo>
                    <a:pt x="4577" y="1"/>
                  </a:moveTo>
                  <a:cubicBezTo>
                    <a:pt x="3282" y="1"/>
                    <a:pt x="2253" y="1065"/>
                    <a:pt x="2253" y="2342"/>
                  </a:cubicBezTo>
                  <a:cubicBezTo>
                    <a:pt x="2253" y="2644"/>
                    <a:pt x="2307" y="2945"/>
                    <a:pt x="2413" y="3211"/>
                  </a:cubicBezTo>
                  <a:lnTo>
                    <a:pt x="1" y="4684"/>
                  </a:lnTo>
                  <a:cubicBezTo>
                    <a:pt x="160" y="4896"/>
                    <a:pt x="302" y="5109"/>
                    <a:pt x="409" y="5358"/>
                  </a:cubicBezTo>
                  <a:lnTo>
                    <a:pt x="2821" y="3885"/>
                  </a:lnTo>
                  <a:cubicBezTo>
                    <a:pt x="3307" y="4444"/>
                    <a:pt x="3939" y="4693"/>
                    <a:pt x="4561" y="4693"/>
                  </a:cubicBezTo>
                  <a:cubicBezTo>
                    <a:pt x="5757" y="4693"/>
                    <a:pt x="6912" y="3772"/>
                    <a:pt x="6901" y="2360"/>
                  </a:cubicBezTo>
                  <a:cubicBezTo>
                    <a:pt x="6901" y="1065"/>
                    <a:pt x="5872" y="19"/>
                    <a:pt x="4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5"/>
            <p:cNvSpPr/>
            <p:nvPr/>
          </p:nvSpPr>
          <p:spPr>
            <a:xfrm>
              <a:off x="2711763" y="3608875"/>
              <a:ext cx="192475" cy="133525"/>
            </a:xfrm>
            <a:custGeom>
              <a:rect b="b" l="l" r="r" t="t"/>
              <a:pathLst>
                <a:path extrusionOk="0" h="5341" w="7699">
                  <a:moveTo>
                    <a:pt x="409" y="1"/>
                  </a:moveTo>
                  <a:cubicBezTo>
                    <a:pt x="302" y="232"/>
                    <a:pt x="160" y="462"/>
                    <a:pt x="1" y="675"/>
                  </a:cubicBezTo>
                  <a:lnTo>
                    <a:pt x="2413" y="2147"/>
                  </a:lnTo>
                  <a:cubicBezTo>
                    <a:pt x="2307" y="2413"/>
                    <a:pt x="2253" y="2715"/>
                    <a:pt x="2253" y="3016"/>
                  </a:cubicBezTo>
                  <a:cubicBezTo>
                    <a:pt x="2253" y="4417"/>
                    <a:pt x="3393" y="5341"/>
                    <a:pt x="4586" y="5341"/>
                  </a:cubicBezTo>
                  <a:cubicBezTo>
                    <a:pt x="5161" y="5341"/>
                    <a:pt x="5748" y="5127"/>
                    <a:pt x="6227" y="4648"/>
                  </a:cubicBezTo>
                  <a:cubicBezTo>
                    <a:pt x="7699" y="3194"/>
                    <a:pt x="6652" y="675"/>
                    <a:pt x="4577" y="675"/>
                  </a:cubicBezTo>
                  <a:cubicBezTo>
                    <a:pt x="3903" y="675"/>
                    <a:pt x="3265" y="959"/>
                    <a:pt x="2821" y="1473"/>
                  </a:cubicBez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25"/>
          <p:cNvGrpSpPr/>
          <p:nvPr/>
        </p:nvGrpSpPr>
        <p:grpSpPr>
          <a:xfrm>
            <a:off x="3027275" y="2990975"/>
            <a:ext cx="341025" cy="331400"/>
            <a:chOff x="2559238" y="4126375"/>
            <a:chExt cx="341025" cy="331400"/>
          </a:xfrm>
        </p:grpSpPr>
        <p:sp>
          <p:nvSpPr>
            <p:cNvPr id="493" name="Google Shape;493;p25"/>
            <p:cNvSpPr/>
            <p:nvPr/>
          </p:nvSpPr>
          <p:spPr>
            <a:xfrm>
              <a:off x="2756563" y="4152150"/>
              <a:ext cx="109100" cy="103300"/>
            </a:xfrm>
            <a:custGeom>
              <a:rect b="b" l="l" r="r" t="t"/>
              <a:pathLst>
                <a:path extrusionOk="0" h="4132" w="4364">
                  <a:moveTo>
                    <a:pt x="3194" y="0"/>
                  </a:moveTo>
                  <a:cubicBezTo>
                    <a:pt x="2883" y="0"/>
                    <a:pt x="2592" y="129"/>
                    <a:pt x="2377" y="353"/>
                  </a:cubicBezTo>
                  <a:lnTo>
                    <a:pt x="728" y="2003"/>
                  </a:lnTo>
                  <a:cubicBezTo>
                    <a:pt x="89" y="2641"/>
                    <a:pt x="0" y="3493"/>
                    <a:pt x="710" y="4007"/>
                  </a:cubicBezTo>
                  <a:lnTo>
                    <a:pt x="940" y="4131"/>
                  </a:lnTo>
                  <a:lnTo>
                    <a:pt x="4364" y="726"/>
                  </a:lnTo>
                  <a:cubicBezTo>
                    <a:pt x="4275" y="619"/>
                    <a:pt x="4204" y="495"/>
                    <a:pt x="4115" y="406"/>
                  </a:cubicBezTo>
                  <a:cubicBezTo>
                    <a:pt x="3825" y="125"/>
                    <a:pt x="3500" y="0"/>
                    <a:pt x="31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>
              <a:off x="2619538" y="4186675"/>
              <a:ext cx="280725" cy="271100"/>
            </a:xfrm>
            <a:custGeom>
              <a:rect b="b" l="l" r="r" t="t"/>
              <a:pathLst>
                <a:path extrusionOk="0" h="10844" w="11229">
                  <a:moveTo>
                    <a:pt x="10306" y="1"/>
                  </a:moveTo>
                  <a:lnTo>
                    <a:pt x="0" y="10306"/>
                  </a:lnTo>
                  <a:cubicBezTo>
                    <a:pt x="646" y="10667"/>
                    <a:pt x="1354" y="10843"/>
                    <a:pt x="2058" y="10843"/>
                  </a:cubicBezTo>
                  <a:cubicBezTo>
                    <a:pt x="3152" y="10843"/>
                    <a:pt x="4235" y="10417"/>
                    <a:pt x="5056" y="9597"/>
                  </a:cubicBezTo>
                  <a:lnTo>
                    <a:pt x="9596" y="5056"/>
                  </a:lnTo>
                  <a:cubicBezTo>
                    <a:pt x="10944" y="3726"/>
                    <a:pt x="11228" y="1650"/>
                    <a:pt x="10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5"/>
            <p:cNvSpPr/>
            <p:nvPr/>
          </p:nvSpPr>
          <p:spPr>
            <a:xfrm>
              <a:off x="2580063" y="4328700"/>
              <a:ext cx="107775" cy="104125"/>
            </a:xfrm>
            <a:custGeom>
              <a:rect b="b" l="l" r="r" t="t"/>
              <a:pathLst>
                <a:path extrusionOk="0" h="4165" w="4311">
                  <a:moveTo>
                    <a:pt x="3210" y="1"/>
                  </a:moveTo>
                  <a:cubicBezTo>
                    <a:pt x="2920" y="1"/>
                    <a:pt x="2627" y="109"/>
                    <a:pt x="2395" y="333"/>
                  </a:cubicBezTo>
                  <a:cubicBezTo>
                    <a:pt x="2378" y="350"/>
                    <a:pt x="2165" y="528"/>
                    <a:pt x="533" y="2160"/>
                  </a:cubicBezTo>
                  <a:cubicBezTo>
                    <a:pt x="89" y="2603"/>
                    <a:pt x="1" y="3313"/>
                    <a:pt x="622" y="3916"/>
                  </a:cubicBezTo>
                  <a:cubicBezTo>
                    <a:pt x="710" y="4022"/>
                    <a:pt x="817" y="4075"/>
                    <a:pt x="923" y="4164"/>
                  </a:cubicBezTo>
                  <a:lnTo>
                    <a:pt x="4311" y="758"/>
                  </a:lnTo>
                  <a:lnTo>
                    <a:pt x="4151" y="475"/>
                  </a:lnTo>
                  <a:cubicBezTo>
                    <a:pt x="3917" y="163"/>
                    <a:pt x="3565" y="1"/>
                    <a:pt x="3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5"/>
            <p:cNvSpPr/>
            <p:nvPr/>
          </p:nvSpPr>
          <p:spPr>
            <a:xfrm>
              <a:off x="2559238" y="4126375"/>
              <a:ext cx="179175" cy="176850"/>
            </a:xfrm>
            <a:custGeom>
              <a:rect b="b" l="l" r="r" t="t"/>
              <a:pathLst>
                <a:path extrusionOk="0" h="7074" w="7167">
                  <a:moveTo>
                    <a:pt x="6687" y="1"/>
                  </a:moveTo>
                  <a:cubicBezTo>
                    <a:pt x="2998" y="1"/>
                    <a:pt x="0" y="2998"/>
                    <a:pt x="0" y="6687"/>
                  </a:cubicBezTo>
                  <a:cubicBezTo>
                    <a:pt x="0" y="6945"/>
                    <a:pt x="195" y="7073"/>
                    <a:pt x="390" y="7073"/>
                  </a:cubicBezTo>
                  <a:cubicBezTo>
                    <a:pt x="585" y="7073"/>
                    <a:pt x="781" y="6945"/>
                    <a:pt x="781" y="6687"/>
                  </a:cubicBezTo>
                  <a:cubicBezTo>
                    <a:pt x="781" y="3424"/>
                    <a:pt x="3423" y="799"/>
                    <a:pt x="6687" y="799"/>
                  </a:cubicBezTo>
                  <a:cubicBezTo>
                    <a:pt x="7166" y="745"/>
                    <a:pt x="7166" y="36"/>
                    <a:pt x="6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2598688" y="4165400"/>
              <a:ext cx="140150" cy="137700"/>
            </a:xfrm>
            <a:custGeom>
              <a:rect b="b" l="l" r="r" t="t"/>
              <a:pathLst>
                <a:path extrusionOk="0" h="5508" w="5606">
                  <a:moveTo>
                    <a:pt x="5109" y="0"/>
                  </a:moveTo>
                  <a:lnTo>
                    <a:pt x="5109" y="18"/>
                  </a:lnTo>
                  <a:cubicBezTo>
                    <a:pt x="2289" y="18"/>
                    <a:pt x="19" y="2306"/>
                    <a:pt x="1" y="5109"/>
                  </a:cubicBezTo>
                  <a:cubicBezTo>
                    <a:pt x="1" y="5375"/>
                    <a:pt x="196" y="5508"/>
                    <a:pt x="391" y="5508"/>
                  </a:cubicBezTo>
                  <a:cubicBezTo>
                    <a:pt x="586" y="5508"/>
                    <a:pt x="781" y="5375"/>
                    <a:pt x="781" y="5109"/>
                  </a:cubicBezTo>
                  <a:cubicBezTo>
                    <a:pt x="799" y="2732"/>
                    <a:pt x="2732" y="799"/>
                    <a:pt x="5109" y="799"/>
                  </a:cubicBezTo>
                  <a:cubicBezTo>
                    <a:pt x="5606" y="763"/>
                    <a:pt x="5606" y="36"/>
                    <a:pt x="5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2637713" y="4204875"/>
              <a:ext cx="100700" cy="98675"/>
            </a:xfrm>
            <a:custGeom>
              <a:rect b="b" l="l" r="r" t="t"/>
              <a:pathLst>
                <a:path extrusionOk="0" h="3947" w="4028">
                  <a:moveTo>
                    <a:pt x="3548" y="0"/>
                  </a:moveTo>
                  <a:cubicBezTo>
                    <a:pt x="1579" y="18"/>
                    <a:pt x="1" y="1596"/>
                    <a:pt x="1" y="3547"/>
                  </a:cubicBezTo>
                  <a:cubicBezTo>
                    <a:pt x="1" y="3814"/>
                    <a:pt x="200" y="3947"/>
                    <a:pt x="400" y="3947"/>
                  </a:cubicBezTo>
                  <a:cubicBezTo>
                    <a:pt x="599" y="3947"/>
                    <a:pt x="799" y="3814"/>
                    <a:pt x="799" y="3547"/>
                  </a:cubicBezTo>
                  <a:cubicBezTo>
                    <a:pt x="799" y="2040"/>
                    <a:pt x="2023" y="798"/>
                    <a:pt x="3548" y="798"/>
                  </a:cubicBezTo>
                  <a:cubicBezTo>
                    <a:pt x="4027" y="763"/>
                    <a:pt x="4027" y="53"/>
                    <a:pt x="3548" y="18"/>
                  </a:cubicBezTo>
                  <a:lnTo>
                    <a:pt x="35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5"/>
            <p:cNvSpPr/>
            <p:nvPr/>
          </p:nvSpPr>
          <p:spPr>
            <a:xfrm>
              <a:off x="2677188" y="4244325"/>
              <a:ext cx="62100" cy="58900"/>
            </a:xfrm>
            <a:custGeom>
              <a:rect b="b" l="l" r="r" t="t"/>
              <a:pathLst>
                <a:path extrusionOk="0" h="2356" w="2484">
                  <a:moveTo>
                    <a:pt x="1969" y="1"/>
                  </a:moveTo>
                  <a:cubicBezTo>
                    <a:pt x="869" y="1"/>
                    <a:pt x="0" y="888"/>
                    <a:pt x="0" y="1969"/>
                  </a:cubicBezTo>
                  <a:cubicBezTo>
                    <a:pt x="0" y="2227"/>
                    <a:pt x="195" y="2355"/>
                    <a:pt x="391" y="2355"/>
                  </a:cubicBezTo>
                  <a:cubicBezTo>
                    <a:pt x="586" y="2355"/>
                    <a:pt x="781" y="2227"/>
                    <a:pt x="781" y="1969"/>
                  </a:cubicBezTo>
                  <a:cubicBezTo>
                    <a:pt x="781" y="1313"/>
                    <a:pt x="1313" y="781"/>
                    <a:pt x="1969" y="781"/>
                  </a:cubicBezTo>
                  <a:cubicBezTo>
                    <a:pt x="2484" y="781"/>
                    <a:pt x="2484" y="1"/>
                    <a:pt x="1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00" name="Google Shape;500;p25"/>
          <p:cNvCxnSpPr/>
          <p:nvPr/>
        </p:nvCxnSpPr>
        <p:spPr>
          <a:xfrm>
            <a:off x="5595475" y="1283625"/>
            <a:ext cx="0" cy="28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25"/>
          <p:cNvSpPr txBox="1"/>
          <p:nvPr>
            <p:ph idx="7" type="subTitle"/>
          </p:nvPr>
        </p:nvSpPr>
        <p:spPr>
          <a:xfrm>
            <a:off x="5920525" y="1719975"/>
            <a:ext cx="2674800" cy="20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196850" lvl="0" marL="17145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Promedio de ~55 palabras por conversación</a:t>
            </a:r>
            <a:endParaRPr sz="1300"/>
          </a:p>
          <a:p>
            <a:pPr indent="-114300" lvl="0" marL="1714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196850" lvl="0" marL="17145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Clase más frecuente: rechazo por prevención de fraude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507" name="Google Shape;507;p26"/>
          <p:cNvSpPr txBox="1"/>
          <p:nvPr>
            <p:ph idx="6" type="subTitle"/>
          </p:nvPr>
        </p:nvSpPr>
        <p:spPr>
          <a:xfrm>
            <a:off x="1045675" y="1371175"/>
            <a:ext cx="1810800" cy="7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canales de entrada</a:t>
            </a:r>
            <a:endParaRPr/>
          </a:p>
        </p:txBody>
      </p:sp>
      <p:grpSp>
        <p:nvGrpSpPr>
          <p:cNvPr id="508" name="Google Shape;508;p26"/>
          <p:cNvGrpSpPr/>
          <p:nvPr/>
        </p:nvGrpSpPr>
        <p:grpSpPr>
          <a:xfrm>
            <a:off x="561925" y="1446650"/>
            <a:ext cx="331700" cy="310450"/>
            <a:chOff x="2559238" y="2708250"/>
            <a:chExt cx="331700" cy="310450"/>
          </a:xfrm>
        </p:grpSpPr>
        <p:sp>
          <p:nvSpPr>
            <p:cNvPr id="509" name="Google Shape;509;p26"/>
            <p:cNvSpPr/>
            <p:nvPr/>
          </p:nvSpPr>
          <p:spPr>
            <a:xfrm>
              <a:off x="2559238" y="2980100"/>
              <a:ext cx="331700" cy="38600"/>
            </a:xfrm>
            <a:custGeom>
              <a:rect b="b" l="l" r="r" t="t"/>
              <a:pathLst>
                <a:path extrusionOk="0" h="1544" w="13268">
                  <a:moveTo>
                    <a:pt x="390" y="0"/>
                  </a:moveTo>
                  <a:cubicBezTo>
                    <a:pt x="178" y="0"/>
                    <a:pt x="0" y="178"/>
                    <a:pt x="0" y="391"/>
                  </a:cubicBezTo>
                  <a:lnTo>
                    <a:pt x="0" y="781"/>
                  </a:lnTo>
                  <a:cubicBezTo>
                    <a:pt x="0" y="1207"/>
                    <a:pt x="355" y="1544"/>
                    <a:pt x="781" y="1544"/>
                  </a:cubicBezTo>
                  <a:lnTo>
                    <a:pt x="12487" y="1544"/>
                  </a:lnTo>
                  <a:cubicBezTo>
                    <a:pt x="12913" y="1544"/>
                    <a:pt x="13250" y="1207"/>
                    <a:pt x="13268" y="781"/>
                  </a:cubicBezTo>
                  <a:lnTo>
                    <a:pt x="13268" y="391"/>
                  </a:lnTo>
                  <a:cubicBezTo>
                    <a:pt x="13268" y="178"/>
                    <a:pt x="13090" y="0"/>
                    <a:pt x="12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2696263" y="2708250"/>
              <a:ext cx="194675" cy="174975"/>
            </a:xfrm>
            <a:custGeom>
              <a:rect b="b" l="l" r="r" t="t"/>
              <a:pathLst>
                <a:path extrusionOk="0" h="6999" w="7787">
                  <a:moveTo>
                    <a:pt x="5836" y="1545"/>
                  </a:moveTo>
                  <a:cubicBezTo>
                    <a:pt x="6315" y="1580"/>
                    <a:pt x="6315" y="2289"/>
                    <a:pt x="5836" y="2325"/>
                  </a:cubicBezTo>
                  <a:lnTo>
                    <a:pt x="1951" y="2325"/>
                  </a:lnTo>
                  <a:cubicBezTo>
                    <a:pt x="1472" y="2289"/>
                    <a:pt x="1472" y="1580"/>
                    <a:pt x="1951" y="1545"/>
                  </a:cubicBezTo>
                  <a:close/>
                  <a:moveTo>
                    <a:pt x="4275" y="3105"/>
                  </a:moveTo>
                  <a:cubicBezTo>
                    <a:pt x="4789" y="3105"/>
                    <a:pt x="4789" y="3868"/>
                    <a:pt x="4275" y="3868"/>
                  </a:cubicBezTo>
                  <a:lnTo>
                    <a:pt x="1951" y="3868"/>
                  </a:lnTo>
                  <a:cubicBezTo>
                    <a:pt x="1437" y="3868"/>
                    <a:pt x="1437" y="3105"/>
                    <a:pt x="1951" y="3105"/>
                  </a:cubicBezTo>
                  <a:close/>
                  <a:moveTo>
                    <a:pt x="1140" y="1"/>
                  </a:moveTo>
                  <a:cubicBezTo>
                    <a:pt x="515" y="1"/>
                    <a:pt x="0" y="526"/>
                    <a:pt x="0" y="1154"/>
                  </a:cubicBezTo>
                  <a:lnTo>
                    <a:pt x="0" y="4312"/>
                  </a:lnTo>
                  <a:cubicBezTo>
                    <a:pt x="17" y="4939"/>
                    <a:pt x="514" y="5429"/>
                    <a:pt x="1138" y="5429"/>
                  </a:cubicBezTo>
                  <a:cubicBezTo>
                    <a:pt x="1149" y="5429"/>
                    <a:pt x="1160" y="5429"/>
                    <a:pt x="1171" y="5429"/>
                  </a:cubicBezTo>
                  <a:lnTo>
                    <a:pt x="1561" y="5429"/>
                  </a:lnTo>
                  <a:lnTo>
                    <a:pt x="1561" y="6600"/>
                  </a:lnTo>
                  <a:cubicBezTo>
                    <a:pt x="1561" y="6759"/>
                    <a:pt x="1650" y="6901"/>
                    <a:pt x="1791" y="6954"/>
                  </a:cubicBezTo>
                  <a:cubicBezTo>
                    <a:pt x="1854" y="6985"/>
                    <a:pt x="1909" y="6999"/>
                    <a:pt x="1960" y="6999"/>
                  </a:cubicBezTo>
                  <a:cubicBezTo>
                    <a:pt x="2112" y="6999"/>
                    <a:pt x="2222" y="6879"/>
                    <a:pt x="2341" y="6759"/>
                  </a:cubicBezTo>
                  <a:lnTo>
                    <a:pt x="3672" y="5429"/>
                  </a:lnTo>
                  <a:lnTo>
                    <a:pt x="6705" y="5429"/>
                  </a:lnTo>
                  <a:cubicBezTo>
                    <a:pt x="7308" y="5411"/>
                    <a:pt x="7787" y="4915"/>
                    <a:pt x="7787" y="4312"/>
                  </a:cubicBezTo>
                  <a:lnTo>
                    <a:pt x="7787" y="1154"/>
                  </a:lnTo>
                  <a:cubicBezTo>
                    <a:pt x="7787" y="516"/>
                    <a:pt x="7255" y="1"/>
                    <a:pt x="6616" y="1"/>
                  </a:cubicBezTo>
                  <a:lnTo>
                    <a:pt x="1171" y="1"/>
                  </a:lnTo>
                  <a:cubicBezTo>
                    <a:pt x="1160" y="1"/>
                    <a:pt x="1150" y="1"/>
                    <a:pt x="1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2578738" y="2785425"/>
              <a:ext cx="292700" cy="174750"/>
            </a:xfrm>
            <a:custGeom>
              <a:rect b="b" l="l" r="r" t="t"/>
              <a:pathLst>
                <a:path extrusionOk="0" h="6990" w="11708">
                  <a:moveTo>
                    <a:pt x="1171" y="1"/>
                  </a:moveTo>
                  <a:cubicBezTo>
                    <a:pt x="533" y="1"/>
                    <a:pt x="1" y="533"/>
                    <a:pt x="1" y="1171"/>
                  </a:cubicBezTo>
                  <a:lnTo>
                    <a:pt x="1" y="6989"/>
                  </a:lnTo>
                  <a:lnTo>
                    <a:pt x="11707" y="6989"/>
                  </a:lnTo>
                  <a:lnTo>
                    <a:pt x="11707" y="3122"/>
                  </a:lnTo>
                  <a:lnTo>
                    <a:pt x="8692" y="3122"/>
                  </a:lnTo>
                  <a:lnTo>
                    <a:pt x="7592" y="4204"/>
                  </a:lnTo>
                  <a:cubicBezTo>
                    <a:pt x="7303" y="4505"/>
                    <a:pt x="6998" y="4692"/>
                    <a:pt x="6660" y="4692"/>
                  </a:cubicBezTo>
                  <a:cubicBezTo>
                    <a:pt x="6499" y="4692"/>
                    <a:pt x="6332" y="4650"/>
                    <a:pt x="6155" y="4559"/>
                  </a:cubicBezTo>
                  <a:cubicBezTo>
                    <a:pt x="5748" y="4364"/>
                    <a:pt x="5481" y="3956"/>
                    <a:pt x="5499" y="3513"/>
                  </a:cubicBezTo>
                  <a:lnTo>
                    <a:pt x="5499" y="3069"/>
                  </a:lnTo>
                  <a:cubicBezTo>
                    <a:pt x="4595" y="2910"/>
                    <a:pt x="3938" y="2129"/>
                    <a:pt x="3938" y="1225"/>
                  </a:cubicBez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12" name="Google Shape;5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713" y="1170125"/>
            <a:ext cx="5948263" cy="2913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518" name="Google Shape;518;p27"/>
          <p:cNvSpPr txBox="1"/>
          <p:nvPr>
            <p:ph idx="7" type="subTitle"/>
          </p:nvPr>
        </p:nvSpPr>
        <p:spPr>
          <a:xfrm>
            <a:off x="1074750" y="1373775"/>
            <a:ext cx="1745700" cy="7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productos bancarios</a:t>
            </a:r>
            <a:endParaRPr/>
          </a:p>
        </p:txBody>
      </p:sp>
      <p:grpSp>
        <p:nvGrpSpPr>
          <p:cNvPr id="519" name="Google Shape;519;p27"/>
          <p:cNvGrpSpPr/>
          <p:nvPr/>
        </p:nvGrpSpPr>
        <p:grpSpPr>
          <a:xfrm>
            <a:off x="591675" y="1475242"/>
            <a:ext cx="330825" cy="330850"/>
            <a:chOff x="2573413" y="3411550"/>
            <a:chExt cx="330825" cy="330850"/>
          </a:xfrm>
        </p:grpSpPr>
        <p:sp>
          <p:nvSpPr>
            <p:cNvPr id="520" name="Google Shape;520;p27"/>
            <p:cNvSpPr/>
            <p:nvPr/>
          </p:nvSpPr>
          <p:spPr>
            <a:xfrm>
              <a:off x="2573413" y="3518875"/>
              <a:ext cx="136175" cy="116675"/>
            </a:xfrm>
            <a:custGeom>
              <a:rect b="b" l="l" r="r" t="t"/>
              <a:pathLst>
                <a:path extrusionOk="0" h="4667" w="5447">
                  <a:moveTo>
                    <a:pt x="3123" y="0"/>
                  </a:moveTo>
                  <a:cubicBezTo>
                    <a:pt x="1047" y="0"/>
                    <a:pt x="1" y="2501"/>
                    <a:pt x="1473" y="3973"/>
                  </a:cubicBezTo>
                  <a:cubicBezTo>
                    <a:pt x="1946" y="4452"/>
                    <a:pt x="2531" y="4666"/>
                    <a:pt x="3106" y="4666"/>
                  </a:cubicBezTo>
                  <a:cubicBezTo>
                    <a:pt x="4299" y="4666"/>
                    <a:pt x="5446" y="3742"/>
                    <a:pt x="5446" y="2342"/>
                  </a:cubicBezTo>
                  <a:cubicBezTo>
                    <a:pt x="5446" y="1047"/>
                    <a:pt x="4400" y="0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7"/>
            <p:cNvSpPr/>
            <p:nvPr/>
          </p:nvSpPr>
          <p:spPr>
            <a:xfrm>
              <a:off x="2711763" y="3411550"/>
              <a:ext cx="172825" cy="133950"/>
            </a:xfrm>
            <a:custGeom>
              <a:rect b="b" l="l" r="r" t="t"/>
              <a:pathLst>
                <a:path extrusionOk="0" h="5358" w="6913">
                  <a:moveTo>
                    <a:pt x="4577" y="1"/>
                  </a:moveTo>
                  <a:cubicBezTo>
                    <a:pt x="3282" y="1"/>
                    <a:pt x="2253" y="1065"/>
                    <a:pt x="2253" y="2342"/>
                  </a:cubicBezTo>
                  <a:cubicBezTo>
                    <a:pt x="2253" y="2644"/>
                    <a:pt x="2307" y="2945"/>
                    <a:pt x="2413" y="3211"/>
                  </a:cubicBezTo>
                  <a:lnTo>
                    <a:pt x="1" y="4684"/>
                  </a:lnTo>
                  <a:cubicBezTo>
                    <a:pt x="160" y="4896"/>
                    <a:pt x="302" y="5109"/>
                    <a:pt x="409" y="5358"/>
                  </a:cubicBezTo>
                  <a:lnTo>
                    <a:pt x="2821" y="3885"/>
                  </a:lnTo>
                  <a:cubicBezTo>
                    <a:pt x="3307" y="4444"/>
                    <a:pt x="3939" y="4693"/>
                    <a:pt x="4561" y="4693"/>
                  </a:cubicBezTo>
                  <a:cubicBezTo>
                    <a:pt x="5757" y="4693"/>
                    <a:pt x="6912" y="3772"/>
                    <a:pt x="6901" y="2360"/>
                  </a:cubicBezTo>
                  <a:cubicBezTo>
                    <a:pt x="6901" y="1065"/>
                    <a:pt x="5872" y="19"/>
                    <a:pt x="4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7"/>
            <p:cNvSpPr/>
            <p:nvPr/>
          </p:nvSpPr>
          <p:spPr>
            <a:xfrm>
              <a:off x="2711763" y="3608875"/>
              <a:ext cx="192475" cy="133525"/>
            </a:xfrm>
            <a:custGeom>
              <a:rect b="b" l="l" r="r" t="t"/>
              <a:pathLst>
                <a:path extrusionOk="0" h="5341" w="7699">
                  <a:moveTo>
                    <a:pt x="409" y="1"/>
                  </a:moveTo>
                  <a:cubicBezTo>
                    <a:pt x="302" y="232"/>
                    <a:pt x="160" y="462"/>
                    <a:pt x="1" y="675"/>
                  </a:cubicBezTo>
                  <a:lnTo>
                    <a:pt x="2413" y="2147"/>
                  </a:lnTo>
                  <a:cubicBezTo>
                    <a:pt x="2307" y="2413"/>
                    <a:pt x="2253" y="2715"/>
                    <a:pt x="2253" y="3016"/>
                  </a:cubicBezTo>
                  <a:cubicBezTo>
                    <a:pt x="2253" y="4417"/>
                    <a:pt x="3393" y="5341"/>
                    <a:pt x="4586" y="5341"/>
                  </a:cubicBezTo>
                  <a:cubicBezTo>
                    <a:pt x="5161" y="5341"/>
                    <a:pt x="5748" y="5127"/>
                    <a:pt x="6227" y="4648"/>
                  </a:cubicBezTo>
                  <a:cubicBezTo>
                    <a:pt x="7699" y="3194"/>
                    <a:pt x="6652" y="675"/>
                    <a:pt x="4577" y="675"/>
                  </a:cubicBezTo>
                  <a:cubicBezTo>
                    <a:pt x="3903" y="675"/>
                    <a:pt x="3265" y="959"/>
                    <a:pt x="2821" y="1473"/>
                  </a:cubicBez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23" name="Google Shape;5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613" y="1178725"/>
            <a:ext cx="5934962" cy="290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529" name="Google Shape;529;p28"/>
          <p:cNvSpPr txBox="1"/>
          <p:nvPr>
            <p:ph idx="5" type="subTitle"/>
          </p:nvPr>
        </p:nvSpPr>
        <p:spPr>
          <a:xfrm>
            <a:off x="1090875" y="1373775"/>
            <a:ext cx="1810800" cy="7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 intenciones principales</a:t>
            </a:r>
            <a:endParaRPr/>
          </a:p>
        </p:txBody>
      </p:sp>
      <p:grpSp>
        <p:nvGrpSpPr>
          <p:cNvPr id="530" name="Google Shape;530;p28"/>
          <p:cNvGrpSpPr/>
          <p:nvPr/>
        </p:nvGrpSpPr>
        <p:grpSpPr>
          <a:xfrm>
            <a:off x="607350" y="1475017"/>
            <a:ext cx="331250" cy="331275"/>
            <a:chOff x="1794313" y="2696300"/>
            <a:chExt cx="331250" cy="331275"/>
          </a:xfrm>
        </p:grpSpPr>
        <p:sp>
          <p:nvSpPr>
            <p:cNvPr id="531" name="Google Shape;531;p28"/>
            <p:cNvSpPr/>
            <p:nvPr/>
          </p:nvSpPr>
          <p:spPr>
            <a:xfrm>
              <a:off x="1910938" y="2754400"/>
              <a:ext cx="156550" cy="59875"/>
            </a:xfrm>
            <a:custGeom>
              <a:rect b="b" l="l" r="r" t="t"/>
              <a:pathLst>
                <a:path extrusionOk="0" h="2395" w="6262">
                  <a:moveTo>
                    <a:pt x="0" y="0"/>
                  </a:moveTo>
                  <a:lnTo>
                    <a:pt x="0" y="2395"/>
                  </a:lnTo>
                  <a:lnTo>
                    <a:pt x="6261" y="2395"/>
                  </a:lnTo>
                  <a:lnTo>
                    <a:pt x="62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1910938" y="2949950"/>
              <a:ext cx="38600" cy="19525"/>
            </a:xfrm>
            <a:custGeom>
              <a:rect b="b" l="l" r="r" t="t"/>
              <a:pathLst>
                <a:path extrusionOk="0" h="781" w="1544">
                  <a:moveTo>
                    <a:pt x="0" y="0"/>
                  </a:moveTo>
                  <a:lnTo>
                    <a:pt x="0" y="781"/>
                  </a:lnTo>
                  <a:lnTo>
                    <a:pt x="1543" y="781"/>
                  </a:lnTo>
                  <a:lnTo>
                    <a:pt x="15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1847063" y="2696300"/>
              <a:ext cx="278500" cy="331275"/>
            </a:xfrm>
            <a:custGeom>
              <a:rect b="b" l="l" r="r" t="t"/>
              <a:pathLst>
                <a:path extrusionOk="0" h="13251" w="11140">
                  <a:moveTo>
                    <a:pt x="9207" y="1561"/>
                  </a:moveTo>
                  <a:cubicBezTo>
                    <a:pt x="9419" y="1561"/>
                    <a:pt x="9579" y="1721"/>
                    <a:pt x="9579" y="1952"/>
                  </a:cubicBezTo>
                  <a:lnTo>
                    <a:pt x="9597" y="5091"/>
                  </a:lnTo>
                  <a:cubicBezTo>
                    <a:pt x="9597" y="5304"/>
                    <a:pt x="9419" y="5481"/>
                    <a:pt x="9207" y="5481"/>
                  </a:cubicBezTo>
                  <a:lnTo>
                    <a:pt x="2165" y="5481"/>
                  </a:lnTo>
                  <a:cubicBezTo>
                    <a:pt x="1952" y="5481"/>
                    <a:pt x="1775" y="5304"/>
                    <a:pt x="1775" y="5091"/>
                  </a:cubicBezTo>
                  <a:lnTo>
                    <a:pt x="1775" y="1952"/>
                  </a:lnTo>
                  <a:cubicBezTo>
                    <a:pt x="1775" y="1721"/>
                    <a:pt x="1952" y="1561"/>
                    <a:pt x="2165" y="1561"/>
                  </a:cubicBezTo>
                  <a:close/>
                  <a:moveTo>
                    <a:pt x="4488" y="6262"/>
                  </a:moveTo>
                  <a:cubicBezTo>
                    <a:pt x="4967" y="6297"/>
                    <a:pt x="4967" y="7007"/>
                    <a:pt x="4488" y="7042"/>
                  </a:cubicBezTo>
                  <a:lnTo>
                    <a:pt x="2165" y="7042"/>
                  </a:lnTo>
                  <a:cubicBezTo>
                    <a:pt x="1686" y="7007"/>
                    <a:pt x="1686" y="6297"/>
                    <a:pt x="2165" y="6262"/>
                  </a:cubicBezTo>
                  <a:close/>
                  <a:moveTo>
                    <a:pt x="9207" y="6262"/>
                  </a:moveTo>
                  <a:cubicBezTo>
                    <a:pt x="9685" y="6297"/>
                    <a:pt x="9685" y="7007"/>
                    <a:pt x="9207" y="7042"/>
                  </a:cubicBezTo>
                  <a:lnTo>
                    <a:pt x="6049" y="7042"/>
                  </a:lnTo>
                  <a:cubicBezTo>
                    <a:pt x="5570" y="7007"/>
                    <a:pt x="5570" y="6297"/>
                    <a:pt x="6049" y="6262"/>
                  </a:cubicBezTo>
                  <a:close/>
                  <a:moveTo>
                    <a:pt x="4488" y="7805"/>
                  </a:moveTo>
                  <a:cubicBezTo>
                    <a:pt x="5003" y="7805"/>
                    <a:pt x="5003" y="8585"/>
                    <a:pt x="4488" y="8585"/>
                  </a:cubicBezTo>
                  <a:lnTo>
                    <a:pt x="2165" y="8585"/>
                  </a:lnTo>
                  <a:cubicBezTo>
                    <a:pt x="1650" y="8585"/>
                    <a:pt x="1650" y="7805"/>
                    <a:pt x="2165" y="7805"/>
                  </a:cubicBezTo>
                  <a:close/>
                  <a:moveTo>
                    <a:pt x="9207" y="7805"/>
                  </a:moveTo>
                  <a:cubicBezTo>
                    <a:pt x="9721" y="7805"/>
                    <a:pt x="9721" y="8585"/>
                    <a:pt x="9207" y="8585"/>
                  </a:cubicBezTo>
                  <a:lnTo>
                    <a:pt x="6049" y="8585"/>
                  </a:lnTo>
                  <a:cubicBezTo>
                    <a:pt x="5535" y="8585"/>
                    <a:pt x="5535" y="7805"/>
                    <a:pt x="6049" y="7805"/>
                  </a:cubicBezTo>
                  <a:close/>
                  <a:moveTo>
                    <a:pt x="9207" y="9366"/>
                  </a:moveTo>
                  <a:cubicBezTo>
                    <a:pt x="9721" y="9366"/>
                    <a:pt x="9721" y="10146"/>
                    <a:pt x="9207" y="10146"/>
                  </a:cubicBezTo>
                  <a:lnTo>
                    <a:pt x="6049" y="10146"/>
                  </a:lnTo>
                  <a:cubicBezTo>
                    <a:pt x="5535" y="10146"/>
                    <a:pt x="5535" y="9366"/>
                    <a:pt x="6049" y="9366"/>
                  </a:cubicBezTo>
                  <a:close/>
                  <a:moveTo>
                    <a:pt x="4488" y="9366"/>
                  </a:moveTo>
                  <a:cubicBezTo>
                    <a:pt x="4701" y="9366"/>
                    <a:pt x="4879" y="9543"/>
                    <a:pt x="4879" y="9756"/>
                  </a:cubicBezTo>
                  <a:lnTo>
                    <a:pt x="4879" y="11317"/>
                  </a:lnTo>
                  <a:cubicBezTo>
                    <a:pt x="4879" y="11530"/>
                    <a:pt x="4701" y="11689"/>
                    <a:pt x="4488" y="11689"/>
                  </a:cubicBezTo>
                  <a:lnTo>
                    <a:pt x="2165" y="11689"/>
                  </a:lnTo>
                  <a:cubicBezTo>
                    <a:pt x="1952" y="11689"/>
                    <a:pt x="1775" y="11530"/>
                    <a:pt x="1775" y="11317"/>
                  </a:cubicBezTo>
                  <a:lnTo>
                    <a:pt x="1775" y="9756"/>
                  </a:lnTo>
                  <a:cubicBezTo>
                    <a:pt x="1775" y="9543"/>
                    <a:pt x="1952" y="9366"/>
                    <a:pt x="2165" y="9366"/>
                  </a:cubicBezTo>
                  <a:close/>
                  <a:moveTo>
                    <a:pt x="9207" y="10909"/>
                  </a:moveTo>
                  <a:cubicBezTo>
                    <a:pt x="9685" y="10944"/>
                    <a:pt x="9685" y="11654"/>
                    <a:pt x="9207" y="11689"/>
                  </a:cubicBezTo>
                  <a:lnTo>
                    <a:pt x="6049" y="11689"/>
                  </a:lnTo>
                  <a:cubicBezTo>
                    <a:pt x="5570" y="11654"/>
                    <a:pt x="5570" y="10944"/>
                    <a:pt x="6049" y="10909"/>
                  </a:cubicBezTo>
                  <a:close/>
                  <a:moveTo>
                    <a:pt x="1384" y="0"/>
                  </a:moveTo>
                  <a:cubicBezTo>
                    <a:pt x="746" y="0"/>
                    <a:pt x="214" y="515"/>
                    <a:pt x="214" y="1171"/>
                  </a:cubicBezTo>
                  <a:lnTo>
                    <a:pt x="214" y="12470"/>
                  </a:lnTo>
                  <a:cubicBezTo>
                    <a:pt x="214" y="12754"/>
                    <a:pt x="143" y="13020"/>
                    <a:pt x="1" y="13250"/>
                  </a:cubicBezTo>
                  <a:lnTo>
                    <a:pt x="9969" y="13250"/>
                  </a:lnTo>
                  <a:cubicBezTo>
                    <a:pt x="10626" y="13250"/>
                    <a:pt x="11140" y="12736"/>
                    <a:pt x="11140" y="12080"/>
                  </a:cubicBezTo>
                  <a:lnTo>
                    <a:pt x="11140" y="1171"/>
                  </a:lnTo>
                  <a:cubicBezTo>
                    <a:pt x="11140" y="515"/>
                    <a:pt x="10626" y="0"/>
                    <a:pt x="9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1794313" y="2735325"/>
              <a:ext cx="39025" cy="291125"/>
            </a:xfrm>
            <a:custGeom>
              <a:rect b="b" l="l" r="r" t="t"/>
              <a:pathLst>
                <a:path extrusionOk="0" h="11645" w="1561">
                  <a:moveTo>
                    <a:pt x="390" y="0"/>
                  </a:moveTo>
                  <a:cubicBezTo>
                    <a:pt x="177" y="0"/>
                    <a:pt x="0" y="160"/>
                    <a:pt x="0" y="391"/>
                  </a:cubicBezTo>
                  <a:lnTo>
                    <a:pt x="0" y="10927"/>
                  </a:lnTo>
                  <a:cubicBezTo>
                    <a:pt x="36" y="11405"/>
                    <a:pt x="404" y="11645"/>
                    <a:pt x="774" y="11645"/>
                  </a:cubicBezTo>
                  <a:cubicBezTo>
                    <a:pt x="1144" y="11645"/>
                    <a:pt x="1517" y="11405"/>
                    <a:pt x="1561" y="10927"/>
                  </a:cubicBezTo>
                  <a:lnTo>
                    <a:pt x="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35" name="Google Shape;5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075" y="1161525"/>
            <a:ext cx="5937525" cy="2930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9"/>
          <p:cNvSpPr/>
          <p:nvPr/>
        </p:nvSpPr>
        <p:spPr>
          <a:xfrm>
            <a:off x="1593425" y="1455311"/>
            <a:ext cx="2884200" cy="299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5385225" y="1455311"/>
            <a:ext cx="2884200" cy="295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42" name="Google Shape;54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543" name="Google Shape;543;p29"/>
          <p:cNvSpPr txBox="1"/>
          <p:nvPr/>
        </p:nvSpPr>
        <p:spPr>
          <a:xfrm>
            <a:off x="1664675" y="1524611"/>
            <a:ext cx="27417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Buen día. Soy Sofía. Hice una transferencia y todavía no se acredita.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La hice por web por 2500 UYU y el destinatario dice que no le llegó.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Asesor/a: ¿Te figura confirmada o procesando en el comprobante?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Me figura 'procesando'.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Asesor/a: Verifico el estado y, si excede el plazo, abrimos reclamo de acreditación.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Gracias, quedo atento/a.</a:t>
            </a:r>
            <a:endParaRPr sz="9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4" name="Google Shape;544;p29"/>
          <p:cNvSpPr txBox="1"/>
          <p:nvPr/>
        </p:nvSpPr>
        <p:spPr>
          <a:xfrm>
            <a:off x="5456850" y="1455311"/>
            <a:ext cx="2813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Hola, buenas. Soy Camila. Quiero reclamar una compra con mi tarjeta de crédito.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Me cobraron 39,90 USD en Apple pero el servicio no se prestó / el pedido llegó mal.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Soporte: Para controversias necesitamos evidencia (comprobante y reclamo al comercio).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Ok, tengo el comprobante.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 ¿Cómo lo envío?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Soporte: Te indico el canal de carga y dejamos el caso ingresado.</a:t>
            </a:r>
            <a:endParaRPr sz="900">
              <a:latin typeface="Sora"/>
              <a:ea typeface="Sora"/>
              <a:cs typeface="Sora"/>
              <a:sym typeface="Sor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ora"/>
                <a:ea typeface="Sora"/>
                <a:cs typeface="Sora"/>
                <a:sym typeface="Sora"/>
              </a:rPr>
              <a:t>Muchas gracias.</a:t>
            </a:r>
            <a:endParaRPr sz="9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5" name="Google Shape;545;p29"/>
          <p:cNvSpPr txBox="1"/>
          <p:nvPr/>
        </p:nvSpPr>
        <p:spPr>
          <a:xfrm>
            <a:off x="1535513" y="1111911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INTENCIÓN: acreditacion_transferencia</a:t>
            </a:r>
            <a:endParaRPr sz="11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6" name="Google Shape;546;p29"/>
          <p:cNvSpPr txBox="1"/>
          <p:nvPr/>
        </p:nvSpPr>
        <p:spPr>
          <a:xfrm>
            <a:off x="5363388" y="1111911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INTENCIÓN: controversia_compra</a:t>
            </a:r>
            <a:endParaRPr sz="1100"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47" name="Google Shape;547;p29"/>
          <p:cNvGrpSpPr/>
          <p:nvPr/>
        </p:nvGrpSpPr>
        <p:grpSpPr>
          <a:xfrm>
            <a:off x="1068654" y="1193329"/>
            <a:ext cx="377408" cy="331270"/>
            <a:chOff x="7060113" y="2004100"/>
            <a:chExt cx="331700" cy="291150"/>
          </a:xfrm>
        </p:grpSpPr>
        <p:sp>
          <p:nvSpPr>
            <p:cNvPr id="548" name="Google Shape;548;p29"/>
            <p:cNvSpPr/>
            <p:nvPr/>
          </p:nvSpPr>
          <p:spPr>
            <a:xfrm>
              <a:off x="7157663" y="2081700"/>
              <a:ext cx="234150" cy="213550"/>
            </a:xfrm>
            <a:custGeom>
              <a:rect b="b" l="l" r="r" t="t"/>
              <a:pathLst>
                <a:path extrusionOk="0" h="8542" w="9366">
                  <a:moveTo>
                    <a:pt x="7397" y="2324"/>
                  </a:moveTo>
                  <a:cubicBezTo>
                    <a:pt x="7911" y="2324"/>
                    <a:pt x="7911" y="3105"/>
                    <a:pt x="7397" y="3105"/>
                  </a:cubicBezTo>
                  <a:lnTo>
                    <a:pt x="1951" y="3105"/>
                  </a:lnTo>
                  <a:cubicBezTo>
                    <a:pt x="1437" y="3105"/>
                    <a:pt x="1437" y="2324"/>
                    <a:pt x="1951" y="2324"/>
                  </a:cubicBezTo>
                  <a:close/>
                  <a:moveTo>
                    <a:pt x="5055" y="3885"/>
                  </a:moveTo>
                  <a:cubicBezTo>
                    <a:pt x="5570" y="3885"/>
                    <a:pt x="5570" y="4665"/>
                    <a:pt x="5055" y="4665"/>
                  </a:cubicBezTo>
                  <a:lnTo>
                    <a:pt x="1951" y="4665"/>
                  </a:lnTo>
                  <a:cubicBezTo>
                    <a:pt x="1437" y="4665"/>
                    <a:pt x="1437" y="3885"/>
                    <a:pt x="1951" y="3885"/>
                  </a:cubicBezTo>
                  <a:close/>
                  <a:moveTo>
                    <a:pt x="1171" y="0"/>
                  </a:moveTo>
                  <a:cubicBezTo>
                    <a:pt x="532" y="0"/>
                    <a:pt x="0" y="533"/>
                    <a:pt x="18" y="1171"/>
                  </a:cubicBezTo>
                  <a:lnTo>
                    <a:pt x="18" y="5818"/>
                  </a:lnTo>
                  <a:cubicBezTo>
                    <a:pt x="18" y="6475"/>
                    <a:pt x="532" y="6989"/>
                    <a:pt x="1171" y="6989"/>
                  </a:cubicBezTo>
                  <a:lnTo>
                    <a:pt x="4949" y="6989"/>
                  </a:lnTo>
                  <a:lnTo>
                    <a:pt x="7184" y="8479"/>
                  </a:lnTo>
                  <a:cubicBezTo>
                    <a:pt x="7244" y="8519"/>
                    <a:pt x="7320" y="8542"/>
                    <a:pt x="7398" y="8542"/>
                  </a:cubicBezTo>
                  <a:cubicBezTo>
                    <a:pt x="7458" y="8542"/>
                    <a:pt x="7520" y="8528"/>
                    <a:pt x="7574" y="8497"/>
                  </a:cubicBezTo>
                  <a:cubicBezTo>
                    <a:pt x="7698" y="8426"/>
                    <a:pt x="7787" y="8302"/>
                    <a:pt x="7787" y="8160"/>
                  </a:cubicBezTo>
                  <a:lnTo>
                    <a:pt x="7787" y="6989"/>
                  </a:lnTo>
                  <a:lnTo>
                    <a:pt x="8160" y="6989"/>
                  </a:lnTo>
                  <a:cubicBezTo>
                    <a:pt x="8816" y="6989"/>
                    <a:pt x="9348" y="6475"/>
                    <a:pt x="9366" y="5818"/>
                  </a:cubicBezTo>
                  <a:lnTo>
                    <a:pt x="9366" y="1171"/>
                  </a:lnTo>
                  <a:cubicBezTo>
                    <a:pt x="9348" y="515"/>
                    <a:pt x="8816" y="0"/>
                    <a:pt x="8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7060113" y="2004100"/>
              <a:ext cx="233700" cy="213925"/>
            </a:xfrm>
            <a:custGeom>
              <a:rect b="b" l="l" r="r" t="t"/>
              <a:pathLst>
                <a:path extrusionOk="0" h="8557" w="9348">
                  <a:moveTo>
                    <a:pt x="1171" y="0"/>
                  </a:moveTo>
                  <a:cubicBezTo>
                    <a:pt x="514" y="0"/>
                    <a:pt x="0" y="515"/>
                    <a:pt x="0" y="1171"/>
                  </a:cubicBezTo>
                  <a:lnTo>
                    <a:pt x="0" y="5818"/>
                  </a:lnTo>
                  <a:cubicBezTo>
                    <a:pt x="0" y="6457"/>
                    <a:pt x="514" y="6989"/>
                    <a:pt x="1171" y="6989"/>
                  </a:cubicBezTo>
                  <a:lnTo>
                    <a:pt x="1561" y="6989"/>
                  </a:lnTo>
                  <a:lnTo>
                    <a:pt x="1561" y="8160"/>
                  </a:lnTo>
                  <a:cubicBezTo>
                    <a:pt x="1548" y="8397"/>
                    <a:pt x="1741" y="8556"/>
                    <a:pt x="1950" y="8556"/>
                  </a:cubicBezTo>
                  <a:cubicBezTo>
                    <a:pt x="2022" y="8556"/>
                    <a:pt x="2096" y="8537"/>
                    <a:pt x="2164" y="8497"/>
                  </a:cubicBezTo>
                  <a:lnTo>
                    <a:pt x="3140" y="7858"/>
                  </a:lnTo>
                  <a:lnTo>
                    <a:pt x="3140" y="4275"/>
                  </a:lnTo>
                  <a:cubicBezTo>
                    <a:pt x="3140" y="3193"/>
                    <a:pt x="4009" y="2324"/>
                    <a:pt x="5073" y="2324"/>
                  </a:cubicBezTo>
                  <a:lnTo>
                    <a:pt x="9348" y="2324"/>
                  </a:lnTo>
                  <a:lnTo>
                    <a:pt x="9348" y="1171"/>
                  </a:lnTo>
                  <a:cubicBezTo>
                    <a:pt x="9348" y="515"/>
                    <a:pt x="8816" y="0"/>
                    <a:pt x="81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" name="Google Shape;550;p29"/>
          <p:cNvGrpSpPr/>
          <p:nvPr/>
        </p:nvGrpSpPr>
        <p:grpSpPr>
          <a:xfrm>
            <a:off x="4879729" y="1193329"/>
            <a:ext cx="377408" cy="331270"/>
            <a:chOff x="7060113" y="2004100"/>
            <a:chExt cx="331700" cy="291150"/>
          </a:xfrm>
        </p:grpSpPr>
        <p:sp>
          <p:nvSpPr>
            <p:cNvPr id="551" name="Google Shape;551;p29"/>
            <p:cNvSpPr/>
            <p:nvPr/>
          </p:nvSpPr>
          <p:spPr>
            <a:xfrm>
              <a:off x="7157663" y="2081700"/>
              <a:ext cx="234150" cy="213550"/>
            </a:xfrm>
            <a:custGeom>
              <a:rect b="b" l="l" r="r" t="t"/>
              <a:pathLst>
                <a:path extrusionOk="0" h="8542" w="9366">
                  <a:moveTo>
                    <a:pt x="7397" y="2324"/>
                  </a:moveTo>
                  <a:cubicBezTo>
                    <a:pt x="7911" y="2324"/>
                    <a:pt x="7911" y="3105"/>
                    <a:pt x="7397" y="3105"/>
                  </a:cubicBezTo>
                  <a:lnTo>
                    <a:pt x="1951" y="3105"/>
                  </a:lnTo>
                  <a:cubicBezTo>
                    <a:pt x="1437" y="3105"/>
                    <a:pt x="1437" y="2324"/>
                    <a:pt x="1951" y="2324"/>
                  </a:cubicBezTo>
                  <a:close/>
                  <a:moveTo>
                    <a:pt x="5055" y="3885"/>
                  </a:moveTo>
                  <a:cubicBezTo>
                    <a:pt x="5570" y="3885"/>
                    <a:pt x="5570" y="4665"/>
                    <a:pt x="5055" y="4665"/>
                  </a:cubicBezTo>
                  <a:lnTo>
                    <a:pt x="1951" y="4665"/>
                  </a:lnTo>
                  <a:cubicBezTo>
                    <a:pt x="1437" y="4665"/>
                    <a:pt x="1437" y="3885"/>
                    <a:pt x="1951" y="3885"/>
                  </a:cubicBezTo>
                  <a:close/>
                  <a:moveTo>
                    <a:pt x="1171" y="0"/>
                  </a:moveTo>
                  <a:cubicBezTo>
                    <a:pt x="532" y="0"/>
                    <a:pt x="0" y="533"/>
                    <a:pt x="18" y="1171"/>
                  </a:cubicBezTo>
                  <a:lnTo>
                    <a:pt x="18" y="5818"/>
                  </a:lnTo>
                  <a:cubicBezTo>
                    <a:pt x="18" y="6475"/>
                    <a:pt x="532" y="6989"/>
                    <a:pt x="1171" y="6989"/>
                  </a:cubicBezTo>
                  <a:lnTo>
                    <a:pt x="4949" y="6989"/>
                  </a:lnTo>
                  <a:lnTo>
                    <a:pt x="7184" y="8479"/>
                  </a:lnTo>
                  <a:cubicBezTo>
                    <a:pt x="7244" y="8519"/>
                    <a:pt x="7320" y="8542"/>
                    <a:pt x="7398" y="8542"/>
                  </a:cubicBezTo>
                  <a:cubicBezTo>
                    <a:pt x="7458" y="8542"/>
                    <a:pt x="7520" y="8528"/>
                    <a:pt x="7574" y="8497"/>
                  </a:cubicBezTo>
                  <a:cubicBezTo>
                    <a:pt x="7698" y="8426"/>
                    <a:pt x="7787" y="8302"/>
                    <a:pt x="7787" y="8160"/>
                  </a:cubicBezTo>
                  <a:lnTo>
                    <a:pt x="7787" y="6989"/>
                  </a:lnTo>
                  <a:lnTo>
                    <a:pt x="8160" y="6989"/>
                  </a:lnTo>
                  <a:cubicBezTo>
                    <a:pt x="8816" y="6989"/>
                    <a:pt x="9348" y="6475"/>
                    <a:pt x="9366" y="5818"/>
                  </a:cubicBezTo>
                  <a:lnTo>
                    <a:pt x="9366" y="1171"/>
                  </a:lnTo>
                  <a:cubicBezTo>
                    <a:pt x="9348" y="515"/>
                    <a:pt x="8816" y="0"/>
                    <a:pt x="8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7060113" y="2004100"/>
              <a:ext cx="233700" cy="213925"/>
            </a:xfrm>
            <a:custGeom>
              <a:rect b="b" l="l" r="r" t="t"/>
              <a:pathLst>
                <a:path extrusionOk="0" h="8557" w="9348">
                  <a:moveTo>
                    <a:pt x="1171" y="0"/>
                  </a:moveTo>
                  <a:cubicBezTo>
                    <a:pt x="514" y="0"/>
                    <a:pt x="0" y="515"/>
                    <a:pt x="0" y="1171"/>
                  </a:cubicBezTo>
                  <a:lnTo>
                    <a:pt x="0" y="5818"/>
                  </a:lnTo>
                  <a:cubicBezTo>
                    <a:pt x="0" y="6457"/>
                    <a:pt x="514" y="6989"/>
                    <a:pt x="1171" y="6989"/>
                  </a:cubicBezTo>
                  <a:lnTo>
                    <a:pt x="1561" y="6989"/>
                  </a:lnTo>
                  <a:lnTo>
                    <a:pt x="1561" y="8160"/>
                  </a:lnTo>
                  <a:cubicBezTo>
                    <a:pt x="1548" y="8397"/>
                    <a:pt x="1741" y="8556"/>
                    <a:pt x="1950" y="8556"/>
                  </a:cubicBezTo>
                  <a:cubicBezTo>
                    <a:pt x="2022" y="8556"/>
                    <a:pt x="2096" y="8537"/>
                    <a:pt x="2164" y="8497"/>
                  </a:cubicBezTo>
                  <a:lnTo>
                    <a:pt x="3140" y="7858"/>
                  </a:lnTo>
                  <a:lnTo>
                    <a:pt x="3140" y="4275"/>
                  </a:lnTo>
                  <a:cubicBezTo>
                    <a:pt x="3140" y="3193"/>
                    <a:pt x="4009" y="2324"/>
                    <a:pt x="5073" y="2324"/>
                  </a:cubicBezTo>
                  <a:lnTo>
                    <a:pt x="9348" y="2324"/>
                  </a:lnTo>
                  <a:lnTo>
                    <a:pt x="9348" y="1171"/>
                  </a:lnTo>
                  <a:cubicBezTo>
                    <a:pt x="9348" y="515"/>
                    <a:pt x="8816" y="0"/>
                    <a:pt x="81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0"/>
          <p:cNvSpPr txBox="1"/>
          <p:nvPr>
            <p:ph type="title"/>
          </p:nvPr>
        </p:nvSpPr>
        <p:spPr>
          <a:xfrm>
            <a:off x="604275" y="445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558" name="Google Shape;558;p30"/>
          <p:cNvSpPr/>
          <p:nvPr/>
        </p:nvSpPr>
        <p:spPr>
          <a:xfrm>
            <a:off x="582300" y="1661900"/>
            <a:ext cx="1840800" cy="473100"/>
          </a:xfrm>
          <a:prstGeom prst="roundRect">
            <a:avLst>
              <a:gd fmla="val 16667" name="adj"/>
            </a:avLst>
          </a:prstGeom>
          <a:solidFill>
            <a:srgbClr val="EF777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Preparación de Datos:</a:t>
            </a:r>
            <a:endParaRPr b="1" sz="11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9" name="Google Shape;559;p30"/>
          <p:cNvSpPr/>
          <p:nvPr/>
        </p:nvSpPr>
        <p:spPr>
          <a:xfrm>
            <a:off x="582300" y="2300325"/>
            <a:ext cx="1840800" cy="1585800"/>
          </a:xfrm>
          <a:prstGeom prst="roundRect">
            <a:avLst>
              <a:gd fmla="val 8362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 Medium"/>
              <a:buChar char="●"/>
            </a:pPr>
            <a:r>
              <a:rPr lang="en" sz="11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consolidación por conversación</a:t>
            </a:r>
            <a:endParaRPr sz="11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 Medium"/>
              <a:buChar char="●"/>
            </a:pPr>
            <a:r>
              <a:rPr lang="en" sz="11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ajuste de entidades</a:t>
            </a:r>
            <a:endParaRPr sz="11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 Medium"/>
              <a:buChar char="●"/>
            </a:pPr>
            <a:r>
              <a:rPr lang="en" sz="11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split estratificado</a:t>
            </a:r>
            <a:endParaRPr sz="11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tamaran Medium"/>
              <a:buChar char="●"/>
            </a:pPr>
            <a:r>
              <a:rPr lang="en" sz="11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construcción de vocabularios</a:t>
            </a:r>
            <a:endParaRPr sz="11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2632300" y="1661900"/>
            <a:ext cx="1840800" cy="47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Tokenización, Alineamiento y Dataset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61" name="Google Shape;561;p30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62" name="Google Shape;562;p30"/>
          <p:cNvSpPr/>
          <p:nvPr/>
        </p:nvSpPr>
        <p:spPr>
          <a:xfrm>
            <a:off x="2632300" y="2300326"/>
            <a:ext cx="1840800" cy="1585800"/>
          </a:xfrm>
          <a:prstGeom prst="roundRect">
            <a:avLst>
              <a:gd fmla="val 9033" name="adj"/>
            </a:avLst>
          </a:prstGeom>
          <a:solidFill>
            <a:srgbClr val="C8E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78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conversión a tensores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778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etiquetas alineadas por: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206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○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conversación (intención)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206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○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 token (NER)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206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○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creación de train, val y test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4682300" y="2300326"/>
            <a:ext cx="1840800" cy="1585800"/>
          </a:xfrm>
          <a:prstGeom prst="roundRect">
            <a:avLst>
              <a:gd fmla="val 903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78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encoder BERT compartido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778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pérdidas/métricas definidas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778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scheduler y callbacks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778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congelamiento por datos sintéticos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64" name="Google Shape;564;p30"/>
          <p:cNvSpPr/>
          <p:nvPr/>
        </p:nvSpPr>
        <p:spPr>
          <a:xfrm>
            <a:off x="4682300" y="1661900"/>
            <a:ext cx="1840800" cy="4731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Entrenamiento Multitarea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6732300" y="2300326"/>
            <a:ext cx="1840800" cy="1585800"/>
          </a:xfrm>
          <a:prstGeom prst="roundRect">
            <a:avLst>
              <a:gd fmla="val 9033" name="adj"/>
            </a:avLst>
          </a:prstGeom>
          <a:solidFill>
            <a:srgbClr val="DFD9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predicciones de intención y NER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tamaran Medium"/>
              <a:buChar char="●"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reportes de clasificación y análisis de confusión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6732300" y="1661900"/>
            <a:ext cx="1840800" cy="473100"/>
          </a:xfrm>
          <a:prstGeom prst="roundRect">
            <a:avLst>
              <a:gd fmla="val 16667" name="adj"/>
            </a:avLst>
          </a:prstGeom>
          <a:solidFill>
            <a:srgbClr val="B8A1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Evaluación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cxnSp>
        <p:nvCxnSpPr>
          <p:cNvPr id="567" name="Google Shape;567;p30"/>
          <p:cNvCxnSpPr>
            <a:stCxn id="558" idx="3"/>
            <a:endCxn id="560" idx="1"/>
          </p:cNvCxnSpPr>
          <p:nvPr/>
        </p:nvCxnSpPr>
        <p:spPr>
          <a:xfrm>
            <a:off x="2423100" y="1898450"/>
            <a:ext cx="2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30"/>
          <p:cNvCxnSpPr/>
          <p:nvPr/>
        </p:nvCxnSpPr>
        <p:spPr>
          <a:xfrm>
            <a:off x="4473150" y="1898450"/>
            <a:ext cx="2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30"/>
          <p:cNvCxnSpPr/>
          <p:nvPr/>
        </p:nvCxnSpPr>
        <p:spPr>
          <a:xfrm>
            <a:off x="6523100" y="1898450"/>
            <a:ext cx="20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1"/>
          <p:cNvSpPr txBox="1"/>
          <p:nvPr>
            <p:ph type="title"/>
          </p:nvPr>
        </p:nvSpPr>
        <p:spPr>
          <a:xfrm>
            <a:off x="604275" y="445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cxnSp>
        <p:nvCxnSpPr>
          <p:cNvPr id="575" name="Google Shape;575;p31"/>
          <p:cNvCxnSpPr>
            <a:stCxn id="576" idx="0"/>
          </p:cNvCxnSpPr>
          <p:nvPr/>
        </p:nvCxnSpPr>
        <p:spPr>
          <a:xfrm rot="-5400000">
            <a:off x="3307150" y="1902975"/>
            <a:ext cx="121500" cy="14214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7" name="Google Shape;577;p31"/>
          <p:cNvCxnSpPr>
            <a:stCxn id="578" idx="0"/>
            <a:endCxn id="579" idx="2"/>
          </p:cNvCxnSpPr>
          <p:nvPr/>
        </p:nvCxnSpPr>
        <p:spPr>
          <a:xfrm flipH="1" rot="5400000">
            <a:off x="3848925" y="996900"/>
            <a:ext cx="1917300" cy="1469400"/>
          </a:xfrm>
          <a:prstGeom prst="bentConnector3">
            <a:avLst>
              <a:gd fmla="val 716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0" name="Google Shape;580;p31"/>
          <p:cNvSpPr txBox="1"/>
          <p:nvPr>
            <p:ph idx="4294967295" type="subTitle"/>
          </p:nvPr>
        </p:nvSpPr>
        <p:spPr>
          <a:xfrm>
            <a:off x="626644" y="1126450"/>
            <a:ext cx="12390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tamaran"/>
                <a:ea typeface="Catamaran"/>
                <a:cs typeface="Catamaran"/>
                <a:sym typeface="Catamaran"/>
              </a:rPr>
              <a:t>Transformer Multitarea para Clasificación y NER</a:t>
            </a:r>
            <a:endParaRPr b="1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81" name="Google Shape;581;p31"/>
          <p:cNvSpPr txBox="1"/>
          <p:nvPr/>
        </p:nvSpPr>
        <p:spPr>
          <a:xfrm>
            <a:off x="5854550" y="991900"/>
            <a:ext cx="2977500" cy="9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Sora"/>
                <a:ea typeface="Sora"/>
                <a:cs typeface="Sora"/>
                <a:sym typeface="Sora"/>
              </a:rPr>
              <a:t>Optimiza ambas tareas simultáneamente:</a:t>
            </a:r>
            <a:endParaRPr sz="11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L</a:t>
            </a:r>
            <a:r>
              <a:rPr b="1" baseline="-25000" lang="en">
                <a:latin typeface="Sora"/>
                <a:ea typeface="Sora"/>
                <a:cs typeface="Sora"/>
                <a:sym typeface="Sora"/>
              </a:rPr>
              <a:t>Total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=λ</a:t>
            </a:r>
            <a:r>
              <a:rPr b="1" baseline="-25000" lang="en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r>
              <a:rPr b="1" baseline="-25000" lang="en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*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 L</a:t>
            </a:r>
            <a:r>
              <a:rPr b="1" baseline="-25000" lang="en">
                <a:latin typeface="Sora"/>
                <a:ea typeface="Sora"/>
                <a:cs typeface="Sora"/>
                <a:sym typeface="Sora"/>
              </a:rPr>
              <a:t>Intent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+ </a:t>
            </a:r>
            <a:r>
              <a:rPr b="1" lang="en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λ</a:t>
            </a:r>
            <a:r>
              <a:rPr b="1" baseline="-25000" lang="en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L</a:t>
            </a:r>
            <a:r>
              <a:rPr b="1" baseline="-25000" lang="en">
                <a:latin typeface="Sora"/>
                <a:ea typeface="Sora"/>
                <a:cs typeface="Sora"/>
                <a:sym typeface="Sora"/>
              </a:rPr>
              <a:t>NER</a:t>
            </a:r>
            <a:endParaRPr b="1" baseline="-25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3155150" y="533801"/>
            <a:ext cx="1835400" cy="239100"/>
          </a:xfrm>
          <a:prstGeom prst="roundRect">
            <a:avLst>
              <a:gd fmla="val 16667" name="adj"/>
            </a:avLst>
          </a:prstGeom>
          <a:solidFill>
            <a:srgbClr val="EF777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Input Text</a:t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2" name="Google Shape;582;p31"/>
          <p:cNvSpPr/>
          <p:nvPr/>
        </p:nvSpPr>
        <p:spPr>
          <a:xfrm>
            <a:off x="3152300" y="837973"/>
            <a:ext cx="1835400" cy="239100"/>
          </a:xfrm>
          <a:prstGeom prst="roundRect">
            <a:avLst>
              <a:gd fmla="val 16667" name="adj"/>
            </a:avLst>
          </a:prstGeom>
          <a:solidFill>
            <a:srgbClr val="F49A9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Tokenizer</a:t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3" name="Google Shape;583;p31"/>
          <p:cNvSpPr/>
          <p:nvPr/>
        </p:nvSpPr>
        <p:spPr>
          <a:xfrm>
            <a:off x="3205550" y="1195625"/>
            <a:ext cx="1728900" cy="650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Input Tokens</a:t>
            </a:r>
            <a:endParaRPr b="1" sz="1000" u="sng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input_ids 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Attention_mask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 token_type_ids</a:t>
            </a:r>
            <a:endParaRPr sz="13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2748793" y="2014981"/>
            <a:ext cx="2642400" cy="3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Pretrained BERT Encoder</a:t>
            </a:r>
            <a:endParaRPr b="1"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(bert-base-spanish-wwm-cased)</a:t>
            </a:r>
            <a:endParaRPr sz="12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1573350" y="2674424"/>
            <a:ext cx="2167800" cy="1862400"/>
          </a:xfrm>
          <a:prstGeom prst="roundRect">
            <a:avLst>
              <a:gd fmla="val 701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2037775" y="3058563"/>
            <a:ext cx="1239000" cy="207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tamaran Medium"/>
                <a:ea typeface="Catamaran Medium"/>
                <a:cs typeface="Catamaran Medium"/>
                <a:sym typeface="Catamaran Medium"/>
              </a:rPr>
              <a:t>Attention Pooling</a:t>
            </a:r>
            <a:endParaRPr sz="9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2037775" y="3606070"/>
            <a:ext cx="1239000" cy="20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tamaran Medium"/>
                <a:ea typeface="Catamaran Medium"/>
                <a:cs typeface="Catamaran Medium"/>
                <a:sym typeface="Catamaran Medium"/>
              </a:rPr>
              <a:t>Dropout</a:t>
            </a:r>
            <a:endParaRPr sz="9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2037775" y="3864073"/>
            <a:ext cx="1239000" cy="33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tamaran Medium"/>
                <a:ea typeface="Catamaran Medium"/>
                <a:cs typeface="Catamaran Medium"/>
                <a:sym typeface="Catamaran Medium"/>
              </a:rPr>
              <a:t>Dense Layer </a:t>
            </a:r>
            <a:endParaRPr sz="9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tamaran Medium"/>
                <a:ea typeface="Catamaran Medium"/>
                <a:cs typeface="Catamaran Medium"/>
                <a:sym typeface="Catamaran Medium"/>
              </a:rPr>
              <a:t>(num_ intents)</a:t>
            </a:r>
            <a:endParaRPr sz="9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2037775" y="4239623"/>
            <a:ext cx="1239000" cy="239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tamaran Medium"/>
                <a:ea typeface="Catamaran Medium"/>
                <a:cs typeface="Catamaran Medium"/>
                <a:sym typeface="Catamaran Medium"/>
              </a:rPr>
              <a:t>Intent Logits</a:t>
            </a:r>
            <a:endParaRPr sz="9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76" name="Google Shape;576;p31"/>
          <p:cNvSpPr/>
          <p:nvPr/>
        </p:nvSpPr>
        <p:spPr>
          <a:xfrm>
            <a:off x="1573300" y="2674425"/>
            <a:ext cx="216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Intent Classification</a:t>
            </a:r>
            <a:endParaRPr sz="1100" u="sng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last_hidden_state</a:t>
            </a:r>
            <a:endParaRPr sz="10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4376176" y="2691937"/>
            <a:ext cx="2332200" cy="1862400"/>
          </a:xfrm>
          <a:prstGeom prst="roundRect">
            <a:avLst>
              <a:gd fmla="val 701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4922787" y="3285834"/>
            <a:ext cx="1239000" cy="220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tamaran Medium"/>
                <a:ea typeface="Catamaran Medium"/>
                <a:cs typeface="Catamaran Medium"/>
                <a:sym typeface="Catamaran Medium"/>
              </a:rPr>
              <a:t>Dropout</a:t>
            </a:r>
            <a:endParaRPr sz="10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4922787" y="3543300"/>
            <a:ext cx="1239000" cy="353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tamaran Medium"/>
                <a:ea typeface="Catamaran Medium"/>
                <a:cs typeface="Catamaran Medium"/>
                <a:sym typeface="Catamaran Medium"/>
              </a:rPr>
              <a:t>Dense Layer </a:t>
            </a:r>
            <a:endParaRPr sz="10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tamaran Medium"/>
                <a:ea typeface="Catamaran Medium"/>
                <a:cs typeface="Catamaran Medium"/>
                <a:sym typeface="Catamaran Medium"/>
              </a:rPr>
              <a:t>(</a:t>
            </a:r>
            <a:r>
              <a:rPr lang="en" sz="1000">
                <a:latin typeface="Catamaran Medium"/>
                <a:ea typeface="Catamaran Medium"/>
                <a:cs typeface="Catamaran Medium"/>
                <a:sym typeface="Catamaran Medium"/>
              </a:rPr>
              <a:t>num_ner_labels</a:t>
            </a:r>
            <a:r>
              <a:rPr lang="en" sz="1000">
                <a:latin typeface="Catamaran Medium"/>
                <a:ea typeface="Catamaran Medium"/>
                <a:cs typeface="Catamaran Medium"/>
                <a:sym typeface="Catamaran Medium"/>
              </a:rPr>
              <a:t>)</a:t>
            </a:r>
            <a:endParaRPr sz="10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4922787" y="3933665"/>
            <a:ext cx="1239000" cy="353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tamaran Medium"/>
                <a:ea typeface="Catamaran Medium"/>
                <a:cs typeface="Catamaran Medium"/>
                <a:sym typeface="Catamaran Medium"/>
              </a:rPr>
              <a:t>Token-level Logits</a:t>
            </a:r>
            <a:endParaRPr sz="10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4376175" y="2690250"/>
            <a:ext cx="233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NER (Named Entity Recognition)</a:t>
            </a:r>
            <a:endParaRPr sz="1100" u="sng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last_hidden_state</a:t>
            </a:r>
            <a:endParaRPr sz="1100" u="sng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594" name="Google Shape;594;p31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2037750" y="3316566"/>
            <a:ext cx="1239000" cy="2391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atamaran Medium"/>
                <a:ea typeface="Catamaran Medium"/>
                <a:cs typeface="Catamaran Medium"/>
                <a:sym typeface="Catamaran Medium"/>
              </a:rPr>
              <a:t>LayerNorm</a:t>
            </a:r>
            <a:endParaRPr sz="900"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01" name="Google Shape;601;p32"/>
          <p:cNvSpPr txBox="1"/>
          <p:nvPr>
            <p:ph idx="4" type="subTitle"/>
          </p:nvPr>
        </p:nvSpPr>
        <p:spPr>
          <a:xfrm>
            <a:off x="685364" y="2333877"/>
            <a:ext cx="2311200" cy="6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Desempeño Global del Modelo</a:t>
            </a:r>
            <a:endParaRPr sz="1500"/>
          </a:p>
        </p:txBody>
      </p:sp>
      <p:sp>
        <p:nvSpPr>
          <p:cNvPr id="602" name="Google Shape;602;p32"/>
          <p:cNvSpPr txBox="1"/>
          <p:nvPr>
            <p:ph idx="5" type="subTitle"/>
          </p:nvPr>
        </p:nvSpPr>
        <p:spPr>
          <a:xfrm>
            <a:off x="3797340" y="1116793"/>
            <a:ext cx="23112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Mejores Clases</a:t>
            </a:r>
            <a:endParaRPr sz="1500"/>
          </a:p>
        </p:txBody>
      </p:sp>
      <p:sp>
        <p:nvSpPr>
          <p:cNvPr id="603" name="Google Shape;603;p32"/>
          <p:cNvSpPr txBox="1"/>
          <p:nvPr>
            <p:ph idx="1" type="subTitle"/>
          </p:nvPr>
        </p:nvSpPr>
        <p:spPr>
          <a:xfrm>
            <a:off x="739189" y="2953087"/>
            <a:ext cx="1858500" cy="8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Accuracy:  98%</a:t>
            </a:r>
            <a:endParaRPr sz="1400"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Weighted F1: 0.99</a:t>
            </a:r>
            <a:endParaRPr sz="1400"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Macro F1: 0.97</a:t>
            </a:r>
            <a:endParaRPr sz="1400"/>
          </a:p>
        </p:txBody>
      </p:sp>
      <p:sp>
        <p:nvSpPr>
          <p:cNvPr id="604" name="Google Shape;604;p32"/>
          <p:cNvSpPr txBox="1"/>
          <p:nvPr>
            <p:ph idx="2" type="subTitle"/>
          </p:nvPr>
        </p:nvSpPr>
        <p:spPr>
          <a:xfrm>
            <a:off x="3892575" y="1912580"/>
            <a:ext cx="34329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fraude_desconocimiento → F1 ≈1</a:t>
            </a:r>
            <a:endParaRPr sz="1300"/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controversia_compra → F1= 1</a:t>
            </a:r>
            <a:endParaRPr sz="1300"/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acreditacion_transferencia  → F1 = 1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05" name="Google Shape;605;p32"/>
          <p:cNvSpPr txBox="1"/>
          <p:nvPr>
            <p:ph idx="3" type="subTitle"/>
          </p:nvPr>
        </p:nvSpPr>
        <p:spPr>
          <a:xfrm>
            <a:off x="3841626" y="3345070"/>
            <a:ext cx="43071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✖ Problemas por bajo soporte y solapamiento semántico entre intents</a:t>
            </a:r>
            <a:endParaRPr sz="13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1968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token_2fa → Recall  0.81</a:t>
            </a:r>
            <a:endParaRPr sz="1300"/>
          </a:p>
          <a:p>
            <a:pPr indent="-1968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Acceso_canales_digitales → Recall bajo 0.92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06" name="Google Shape;606;p32"/>
          <p:cNvSpPr txBox="1"/>
          <p:nvPr>
            <p:ph idx="6" type="subTitle"/>
          </p:nvPr>
        </p:nvSpPr>
        <p:spPr>
          <a:xfrm>
            <a:off x="3841618" y="2883670"/>
            <a:ext cx="41289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Clases con </a:t>
            </a:r>
            <a:r>
              <a:rPr lang="en" sz="1600"/>
              <a:t>Menor Desempeño</a:t>
            </a:r>
            <a:endParaRPr sz="1600"/>
          </a:p>
        </p:txBody>
      </p:sp>
      <p:grpSp>
        <p:nvGrpSpPr>
          <p:cNvPr id="607" name="Google Shape;607;p32"/>
          <p:cNvGrpSpPr/>
          <p:nvPr/>
        </p:nvGrpSpPr>
        <p:grpSpPr>
          <a:xfrm>
            <a:off x="3413161" y="1181693"/>
            <a:ext cx="331725" cy="331600"/>
            <a:chOff x="3335238" y="2696300"/>
            <a:chExt cx="331725" cy="331600"/>
          </a:xfrm>
        </p:grpSpPr>
        <p:sp>
          <p:nvSpPr>
            <p:cNvPr id="608" name="Google Shape;608;p32"/>
            <p:cNvSpPr/>
            <p:nvPr/>
          </p:nvSpPr>
          <p:spPr>
            <a:xfrm>
              <a:off x="3423488" y="2766350"/>
              <a:ext cx="155225" cy="132625"/>
            </a:xfrm>
            <a:custGeom>
              <a:rect b="b" l="l" r="r" t="t"/>
              <a:pathLst>
                <a:path extrusionOk="0" h="5305" w="6209">
                  <a:moveTo>
                    <a:pt x="1348" y="1"/>
                  </a:moveTo>
                  <a:cubicBezTo>
                    <a:pt x="586" y="1"/>
                    <a:pt x="0" y="657"/>
                    <a:pt x="0" y="1544"/>
                  </a:cubicBezTo>
                  <a:cubicBezTo>
                    <a:pt x="0" y="2750"/>
                    <a:pt x="1207" y="3637"/>
                    <a:pt x="3104" y="5304"/>
                  </a:cubicBezTo>
                  <a:cubicBezTo>
                    <a:pt x="4985" y="3637"/>
                    <a:pt x="6208" y="2750"/>
                    <a:pt x="6208" y="1544"/>
                  </a:cubicBezTo>
                  <a:cubicBezTo>
                    <a:pt x="6208" y="657"/>
                    <a:pt x="5623" y="1"/>
                    <a:pt x="4843" y="1"/>
                  </a:cubicBezTo>
                  <a:cubicBezTo>
                    <a:pt x="3832" y="1"/>
                    <a:pt x="3477" y="1243"/>
                    <a:pt x="3477" y="1260"/>
                  </a:cubicBezTo>
                  <a:cubicBezTo>
                    <a:pt x="3424" y="1420"/>
                    <a:pt x="3282" y="1544"/>
                    <a:pt x="3104" y="1544"/>
                  </a:cubicBezTo>
                  <a:cubicBezTo>
                    <a:pt x="2927" y="1544"/>
                    <a:pt x="2767" y="1420"/>
                    <a:pt x="2732" y="1260"/>
                  </a:cubicBezTo>
                  <a:cubicBezTo>
                    <a:pt x="2714" y="1207"/>
                    <a:pt x="2359" y="1"/>
                    <a:pt x="1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3335238" y="2696300"/>
              <a:ext cx="331725" cy="331600"/>
            </a:xfrm>
            <a:custGeom>
              <a:rect b="b" l="l" r="r" t="t"/>
              <a:pathLst>
                <a:path extrusionOk="0" h="13264" w="13269">
                  <a:moveTo>
                    <a:pt x="8373" y="2023"/>
                  </a:moveTo>
                  <a:cubicBezTo>
                    <a:pt x="9579" y="2023"/>
                    <a:pt x="10519" y="3051"/>
                    <a:pt x="10519" y="4346"/>
                  </a:cubicBezTo>
                  <a:cubicBezTo>
                    <a:pt x="10519" y="6013"/>
                    <a:pt x="9029" y="7007"/>
                    <a:pt x="6883" y="8905"/>
                  </a:cubicBezTo>
                  <a:cubicBezTo>
                    <a:pt x="6812" y="8976"/>
                    <a:pt x="6723" y="9011"/>
                    <a:pt x="6634" y="9011"/>
                  </a:cubicBezTo>
                  <a:cubicBezTo>
                    <a:pt x="6528" y="9011"/>
                    <a:pt x="6439" y="8976"/>
                    <a:pt x="6368" y="8905"/>
                  </a:cubicBezTo>
                  <a:cubicBezTo>
                    <a:pt x="4222" y="7007"/>
                    <a:pt x="2750" y="6013"/>
                    <a:pt x="2750" y="4346"/>
                  </a:cubicBezTo>
                  <a:cubicBezTo>
                    <a:pt x="2750" y="3051"/>
                    <a:pt x="3690" y="2023"/>
                    <a:pt x="4878" y="2023"/>
                  </a:cubicBezTo>
                  <a:cubicBezTo>
                    <a:pt x="5606" y="2023"/>
                    <a:pt x="6262" y="2413"/>
                    <a:pt x="6634" y="3051"/>
                  </a:cubicBezTo>
                  <a:cubicBezTo>
                    <a:pt x="6989" y="2413"/>
                    <a:pt x="7645" y="2023"/>
                    <a:pt x="8373" y="2023"/>
                  </a:cubicBezTo>
                  <a:close/>
                  <a:moveTo>
                    <a:pt x="1171" y="0"/>
                  </a:moveTo>
                  <a:cubicBezTo>
                    <a:pt x="515" y="0"/>
                    <a:pt x="1" y="515"/>
                    <a:pt x="1" y="1171"/>
                  </a:cubicBezTo>
                  <a:lnTo>
                    <a:pt x="1" y="9738"/>
                  </a:lnTo>
                  <a:cubicBezTo>
                    <a:pt x="1" y="10395"/>
                    <a:pt x="515" y="10909"/>
                    <a:pt x="1171" y="10909"/>
                  </a:cubicBezTo>
                  <a:lnTo>
                    <a:pt x="4878" y="10909"/>
                  </a:lnTo>
                  <a:lnTo>
                    <a:pt x="6315" y="13091"/>
                  </a:lnTo>
                  <a:cubicBezTo>
                    <a:pt x="6395" y="13206"/>
                    <a:pt x="6519" y="13264"/>
                    <a:pt x="6643" y="13264"/>
                  </a:cubicBezTo>
                  <a:cubicBezTo>
                    <a:pt x="6767" y="13264"/>
                    <a:pt x="6892" y="13206"/>
                    <a:pt x="6971" y="13091"/>
                  </a:cubicBezTo>
                  <a:lnTo>
                    <a:pt x="8408" y="10909"/>
                  </a:lnTo>
                  <a:lnTo>
                    <a:pt x="12098" y="10909"/>
                  </a:lnTo>
                  <a:cubicBezTo>
                    <a:pt x="12736" y="10909"/>
                    <a:pt x="13251" y="10377"/>
                    <a:pt x="13268" y="9738"/>
                  </a:cubicBezTo>
                  <a:lnTo>
                    <a:pt x="13268" y="1171"/>
                  </a:lnTo>
                  <a:cubicBezTo>
                    <a:pt x="13251" y="515"/>
                    <a:pt x="12736" y="0"/>
                    <a:pt x="120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10" name="Google Shape;610;p32"/>
          <p:cNvCxnSpPr/>
          <p:nvPr/>
        </p:nvCxnSpPr>
        <p:spPr>
          <a:xfrm flipH="1">
            <a:off x="3186495" y="1177625"/>
            <a:ext cx="8700" cy="31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32"/>
          <p:cNvSpPr txBox="1"/>
          <p:nvPr/>
        </p:nvSpPr>
        <p:spPr>
          <a:xfrm>
            <a:off x="3892586" y="1569843"/>
            <a:ext cx="511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✔ Alta frecuencia y Buena separabilidad semántica</a:t>
            </a:r>
            <a:endParaRPr sz="13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grpSp>
        <p:nvGrpSpPr>
          <p:cNvPr id="612" name="Google Shape;612;p32"/>
          <p:cNvGrpSpPr/>
          <p:nvPr/>
        </p:nvGrpSpPr>
        <p:grpSpPr>
          <a:xfrm>
            <a:off x="3411174" y="2933936"/>
            <a:ext cx="335700" cy="331250"/>
            <a:chOff x="4843813" y="2696325"/>
            <a:chExt cx="335700" cy="331250"/>
          </a:xfrm>
        </p:grpSpPr>
        <p:sp>
          <p:nvSpPr>
            <p:cNvPr id="613" name="Google Shape;613;p32"/>
            <p:cNvSpPr/>
            <p:nvPr/>
          </p:nvSpPr>
          <p:spPr>
            <a:xfrm>
              <a:off x="4843813" y="2696325"/>
              <a:ext cx="41250" cy="151225"/>
            </a:xfrm>
            <a:custGeom>
              <a:rect b="b" l="l" r="r" t="t"/>
              <a:pathLst>
                <a:path extrusionOk="0" h="6049" w="1650">
                  <a:moveTo>
                    <a:pt x="1199" y="1"/>
                  </a:moveTo>
                  <a:cubicBezTo>
                    <a:pt x="1042" y="1"/>
                    <a:pt x="895" y="90"/>
                    <a:pt x="816" y="248"/>
                  </a:cubicBezTo>
                  <a:cubicBezTo>
                    <a:pt x="36" y="2004"/>
                    <a:pt x="0" y="4008"/>
                    <a:pt x="763" y="5800"/>
                  </a:cubicBezTo>
                  <a:cubicBezTo>
                    <a:pt x="838" y="5975"/>
                    <a:pt x="980" y="6049"/>
                    <a:pt x="1122" y="6049"/>
                  </a:cubicBezTo>
                  <a:cubicBezTo>
                    <a:pt x="1383" y="6049"/>
                    <a:pt x="1646" y="5802"/>
                    <a:pt x="1508" y="5480"/>
                  </a:cubicBezTo>
                  <a:cubicBezTo>
                    <a:pt x="852" y="3902"/>
                    <a:pt x="870" y="2128"/>
                    <a:pt x="1561" y="567"/>
                  </a:cubicBezTo>
                  <a:cubicBezTo>
                    <a:pt x="1650" y="372"/>
                    <a:pt x="1561" y="124"/>
                    <a:pt x="1366" y="35"/>
                  </a:cubicBezTo>
                  <a:cubicBezTo>
                    <a:pt x="1311" y="12"/>
                    <a:pt x="1254" y="1"/>
                    <a:pt x="11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5136988" y="2696400"/>
              <a:ext cx="42525" cy="151150"/>
            </a:xfrm>
            <a:custGeom>
              <a:rect b="b" l="l" r="r" t="t"/>
              <a:pathLst>
                <a:path extrusionOk="0" h="6046" w="1701">
                  <a:moveTo>
                    <a:pt x="532" y="0"/>
                  </a:moveTo>
                  <a:cubicBezTo>
                    <a:pt x="269" y="0"/>
                    <a:pt x="1" y="252"/>
                    <a:pt x="140" y="564"/>
                  </a:cubicBezTo>
                  <a:cubicBezTo>
                    <a:pt x="849" y="2125"/>
                    <a:pt x="867" y="3899"/>
                    <a:pt x="193" y="5477"/>
                  </a:cubicBezTo>
                  <a:cubicBezTo>
                    <a:pt x="67" y="5799"/>
                    <a:pt x="334" y="6046"/>
                    <a:pt x="596" y="6046"/>
                  </a:cubicBezTo>
                  <a:cubicBezTo>
                    <a:pt x="739" y="6046"/>
                    <a:pt x="880" y="5972"/>
                    <a:pt x="956" y="5797"/>
                  </a:cubicBezTo>
                  <a:cubicBezTo>
                    <a:pt x="1701" y="4005"/>
                    <a:pt x="1683" y="2001"/>
                    <a:pt x="885" y="245"/>
                  </a:cubicBezTo>
                  <a:cubicBezTo>
                    <a:pt x="811" y="72"/>
                    <a:pt x="672" y="0"/>
                    <a:pt x="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5099413" y="2711800"/>
              <a:ext cx="38425" cy="115975"/>
            </a:xfrm>
            <a:custGeom>
              <a:rect b="b" l="l" r="r" t="t"/>
              <a:pathLst>
                <a:path extrusionOk="0" h="4639" w="1537">
                  <a:moveTo>
                    <a:pt x="530" y="1"/>
                  </a:moveTo>
                  <a:cubicBezTo>
                    <a:pt x="266" y="1"/>
                    <a:pt x="1" y="259"/>
                    <a:pt x="153" y="587"/>
                  </a:cubicBezTo>
                  <a:cubicBezTo>
                    <a:pt x="419" y="1172"/>
                    <a:pt x="561" y="1810"/>
                    <a:pt x="561" y="2467"/>
                  </a:cubicBezTo>
                  <a:cubicBezTo>
                    <a:pt x="561" y="3034"/>
                    <a:pt x="454" y="3584"/>
                    <a:pt x="259" y="4099"/>
                  </a:cubicBezTo>
                  <a:cubicBezTo>
                    <a:pt x="157" y="4416"/>
                    <a:pt x="402" y="4639"/>
                    <a:pt x="648" y="4639"/>
                  </a:cubicBezTo>
                  <a:cubicBezTo>
                    <a:pt x="787" y="4639"/>
                    <a:pt x="927" y="4567"/>
                    <a:pt x="1004" y="4400"/>
                  </a:cubicBezTo>
                  <a:cubicBezTo>
                    <a:pt x="1536" y="3052"/>
                    <a:pt x="1483" y="1544"/>
                    <a:pt x="880" y="232"/>
                  </a:cubicBezTo>
                  <a:cubicBezTo>
                    <a:pt x="802" y="69"/>
                    <a:pt x="666" y="1"/>
                    <a:pt x="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4885488" y="2711575"/>
              <a:ext cx="37275" cy="117300"/>
            </a:xfrm>
            <a:custGeom>
              <a:rect b="b" l="l" r="r" t="t"/>
              <a:pathLst>
                <a:path extrusionOk="0" h="4692" w="1491">
                  <a:moveTo>
                    <a:pt x="1022" y="1"/>
                  </a:moveTo>
                  <a:cubicBezTo>
                    <a:pt x="872" y="1"/>
                    <a:pt x="733" y="89"/>
                    <a:pt x="657" y="241"/>
                  </a:cubicBezTo>
                  <a:cubicBezTo>
                    <a:pt x="54" y="1553"/>
                    <a:pt x="1" y="3061"/>
                    <a:pt x="533" y="4409"/>
                  </a:cubicBezTo>
                  <a:cubicBezTo>
                    <a:pt x="597" y="4609"/>
                    <a:pt x="748" y="4691"/>
                    <a:pt x="902" y="4691"/>
                  </a:cubicBezTo>
                  <a:cubicBezTo>
                    <a:pt x="1172" y="4691"/>
                    <a:pt x="1454" y="4435"/>
                    <a:pt x="1296" y="4108"/>
                  </a:cubicBezTo>
                  <a:cubicBezTo>
                    <a:pt x="1083" y="3593"/>
                    <a:pt x="976" y="3026"/>
                    <a:pt x="976" y="2476"/>
                  </a:cubicBezTo>
                  <a:cubicBezTo>
                    <a:pt x="994" y="1819"/>
                    <a:pt x="1136" y="1181"/>
                    <a:pt x="1402" y="578"/>
                  </a:cubicBezTo>
                  <a:cubicBezTo>
                    <a:pt x="1491" y="383"/>
                    <a:pt x="1402" y="134"/>
                    <a:pt x="1207" y="46"/>
                  </a:cubicBezTo>
                  <a:cubicBezTo>
                    <a:pt x="1146" y="15"/>
                    <a:pt x="1083" y="1"/>
                    <a:pt x="10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4927188" y="2725175"/>
              <a:ext cx="34800" cy="81725"/>
            </a:xfrm>
            <a:custGeom>
              <a:rect b="b" l="l" r="r" t="t"/>
              <a:pathLst>
                <a:path extrusionOk="0" h="3269" w="1392">
                  <a:moveTo>
                    <a:pt x="747" y="1"/>
                  </a:moveTo>
                  <a:cubicBezTo>
                    <a:pt x="594" y="1"/>
                    <a:pt x="443" y="84"/>
                    <a:pt x="373" y="282"/>
                  </a:cubicBezTo>
                  <a:cubicBezTo>
                    <a:pt x="0" y="1187"/>
                    <a:pt x="53" y="2198"/>
                    <a:pt x="514" y="3049"/>
                  </a:cubicBezTo>
                  <a:cubicBezTo>
                    <a:pt x="595" y="3204"/>
                    <a:pt x="723" y="3268"/>
                    <a:pt x="852" y="3268"/>
                  </a:cubicBezTo>
                  <a:cubicBezTo>
                    <a:pt x="1122" y="3268"/>
                    <a:pt x="1392" y="2989"/>
                    <a:pt x="1224" y="2677"/>
                  </a:cubicBezTo>
                  <a:cubicBezTo>
                    <a:pt x="1047" y="2322"/>
                    <a:pt x="940" y="1932"/>
                    <a:pt x="940" y="1524"/>
                  </a:cubicBezTo>
                  <a:cubicBezTo>
                    <a:pt x="940" y="1205"/>
                    <a:pt x="1011" y="885"/>
                    <a:pt x="1135" y="601"/>
                  </a:cubicBezTo>
                  <a:cubicBezTo>
                    <a:pt x="1294" y="261"/>
                    <a:pt x="1018" y="1"/>
                    <a:pt x="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5061338" y="2726700"/>
              <a:ext cx="34800" cy="80200"/>
            </a:xfrm>
            <a:custGeom>
              <a:rect b="b" l="l" r="r" t="t"/>
              <a:pathLst>
                <a:path extrusionOk="0" h="3208" w="1392">
                  <a:moveTo>
                    <a:pt x="665" y="0"/>
                  </a:moveTo>
                  <a:cubicBezTo>
                    <a:pt x="411" y="0"/>
                    <a:pt x="159" y="229"/>
                    <a:pt x="275" y="540"/>
                  </a:cubicBezTo>
                  <a:cubicBezTo>
                    <a:pt x="399" y="824"/>
                    <a:pt x="452" y="1144"/>
                    <a:pt x="452" y="1463"/>
                  </a:cubicBezTo>
                  <a:cubicBezTo>
                    <a:pt x="452" y="1871"/>
                    <a:pt x="363" y="2261"/>
                    <a:pt x="168" y="2616"/>
                  </a:cubicBezTo>
                  <a:cubicBezTo>
                    <a:pt x="0" y="2928"/>
                    <a:pt x="270" y="3207"/>
                    <a:pt x="545" y="3207"/>
                  </a:cubicBezTo>
                  <a:cubicBezTo>
                    <a:pt x="677" y="3207"/>
                    <a:pt x="809" y="3143"/>
                    <a:pt x="895" y="2988"/>
                  </a:cubicBezTo>
                  <a:cubicBezTo>
                    <a:pt x="1339" y="2137"/>
                    <a:pt x="1392" y="1126"/>
                    <a:pt x="1019" y="221"/>
                  </a:cubicBezTo>
                  <a:cubicBezTo>
                    <a:pt x="939" y="66"/>
                    <a:pt x="802" y="0"/>
                    <a:pt x="6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957338" y="2722900"/>
              <a:ext cx="95350" cy="81250"/>
            </a:xfrm>
            <a:custGeom>
              <a:rect b="b" l="l" r="r" t="t"/>
              <a:pathLst>
                <a:path extrusionOk="0" h="3250" w="3814">
                  <a:moveTo>
                    <a:pt x="2213" y="0"/>
                  </a:moveTo>
                  <a:cubicBezTo>
                    <a:pt x="2203" y="0"/>
                    <a:pt x="2192" y="1"/>
                    <a:pt x="2182" y="1"/>
                  </a:cubicBezTo>
                  <a:cubicBezTo>
                    <a:pt x="727" y="1"/>
                    <a:pt x="0" y="1739"/>
                    <a:pt x="1029" y="2768"/>
                  </a:cubicBezTo>
                  <a:cubicBezTo>
                    <a:pt x="1362" y="3101"/>
                    <a:pt x="1771" y="3250"/>
                    <a:pt x="2172" y="3250"/>
                  </a:cubicBezTo>
                  <a:cubicBezTo>
                    <a:pt x="3010" y="3250"/>
                    <a:pt x="3814" y="2599"/>
                    <a:pt x="3814" y="1615"/>
                  </a:cubicBezTo>
                  <a:cubicBezTo>
                    <a:pt x="3796" y="738"/>
                    <a:pt x="3086" y="0"/>
                    <a:pt x="22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889488" y="2813800"/>
              <a:ext cx="245250" cy="213775"/>
            </a:xfrm>
            <a:custGeom>
              <a:rect b="b" l="l" r="r" t="t"/>
              <a:pathLst>
                <a:path extrusionOk="0" h="8551" w="9810">
                  <a:moveTo>
                    <a:pt x="6013" y="2058"/>
                  </a:moveTo>
                  <a:lnTo>
                    <a:pt x="6350" y="3176"/>
                  </a:lnTo>
                  <a:lnTo>
                    <a:pt x="4896" y="4134"/>
                  </a:lnTo>
                  <a:lnTo>
                    <a:pt x="3441" y="3158"/>
                  </a:lnTo>
                  <a:lnTo>
                    <a:pt x="3761" y="2058"/>
                  </a:lnTo>
                  <a:close/>
                  <a:moveTo>
                    <a:pt x="3211" y="3992"/>
                  </a:moveTo>
                  <a:lnTo>
                    <a:pt x="4169" y="4630"/>
                  </a:lnTo>
                  <a:lnTo>
                    <a:pt x="2750" y="5570"/>
                  </a:lnTo>
                  <a:lnTo>
                    <a:pt x="2750" y="5570"/>
                  </a:lnTo>
                  <a:lnTo>
                    <a:pt x="3211" y="3992"/>
                  </a:lnTo>
                  <a:close/>
                  <a:moveTo>
                    <a:pt x="6581" y="3992"/>
                  </a:moveTo>
                  <a:lnTo>
                    <a:pt x="7042" y="5570"/>
                  </a:lnTo>
                  <a:lnTo>
                    <a:pt x="7042" y="5570"/>
                  </a:lnTo>
                  <a:lnTo>
                    <a:pt x="5623" y="4630"/>
                  </a:lnTo>
                  <a:lnTo>
                    <a:pt x="6581" y="3992"/>
                  </a:lnTo>
                  <a:close/>
                  <a:moveTo>
                    <a:pt x="4896" y="5109"/>
                  </a:moveTo>
                  <a:lnTo>
                    <a:pt x="6404" y="6120"/>
                  </a:lnTo>
                  <a:lnTo>
                    <a:pt x="3388" y="6120"/>
                  </a:lnTo>
                  <a:lnTo>
                    <a:pt x="4896" y="5109"/>
                  </a:lnTo>
                  <a:close/>
                  <a:moveTo>
                    <a:pt x="3530" y="1"/>
                  </a:moveTo>
                  <a:lnTo>
                    <a:pt x="1756" y="6120"/>
                  </a:lnTo>
                  <a:cubicBezTo>
                    <a:pt x="1295" y="6120"/>
                    <a:pt x="869" y="6386"/>
                    <a:pt x="657" y="6794"/>
                  </a:cubicBezTo>
                  <a:lnTo>
                    <a:pt x="71" y="7965"/>
                  </a:lnTo>
                  <a:cubicBezTo>
                    <a:pt x="0" y="8089"/>
                    <a:pt x="18" y="8249"/>
                    <a:pt x="89" y="8355"/>
                  </a:cubicBezTo>
                  <a:cubicBezTo>
                    <a:pt x="160" y="8479"/>
                    <a:pt x="284" y="8550"/>
                    <a:pt x="426" y="8550"/>
                  </a:cubicBezTo>
                  <a:lnTo>
                    <a:pt x="9383" y="8550"/>
                  </a:lnTo>
                  <a:cubicBezTo>
                    <a:pt x="9525" y="8550"/>
                    <a:pt x="9649" y="8479"/>
                    <a:pt x="9720" y="8355"/>
                  </a:cubicBezTo>
                  <a:cubicBezTo>
                    <a:pt x="9791" y="8249"/>
                    <a:pt x="9809" y="8089"/>
                    <a:pt x="9738" y="7965"/>
                  </a:cubicBezTo>
                  <a:lnTo>
                    <a:pt x="9135" y="6794"/>
                  </a:lnTo>
                  <a:cubicBezTo>
                    <a:pt x="8940" y="6386"/>
                    <a:pt x="8514" y="6120"/>
                    <a:pt x="8053" y="6120"/>
                  </a:cubicBezTo>
                  <a:lnTo>
                    <a:pt x="6279" y="1"/>
                  </a:lnTo>
                  <a:cubicBezTo>
                    <a:pt x="5863" y="285"/>
                    <a:pt x="5379" y="427"/>
                    <a:pt x="4898" y="427"/>
                  </a:cubicBezTo>
                  <a:cubicBezTo>
                    <a:pt x="4417" y="427"/>
                    <a:pt x="3938" y="285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32"/>
          <p:cNvGrpSpPr/>
          <p:nvPr/>
        </p:nvGrpSpPr>
        <p:grpSpPr>
          <a:xfrm>
            <a:off x="720011" y="1372025"/>
            <a:ext cx="331275" cy="331275"/>
            <a:chOff x="1800063" y="1255150"/>
            <a:chExt cx="331275" cy="331275"/>
          </a:xfrm>
        </p:grpSpPr>
        <p:sp>
          <p:nvSpPr>
            <p:cNvPr id="622" name="Google Shape;622;p32"/>
            <p:cNvSpPr/>
            <p:nvPr/>
          </p:nvSpPr>
          <p:spPr>
            <a:xfrm>
              <a:off x="1803613" y="1411675"/>
              <a:ext cx="113550" cy="97250"/>
            </a:xfrm>
            <a:custGeom>
              <a:rect b="b" l="l" r="r" t="t"/>
              <a:pathLst>
                <a:path extrusionOk="0" h="3890" w="4542">
                  <a:moveTo>
                    <a:pt x="2590" y="0"/>
                  </a:moveTo>
                  <a:cubicBezTo>
                    <a:pt x="870" y="0"/>
                    <a:pt x="1" y="2093"/>
                    <a:pt x="1224" y="3317"/>
                  </a:cubicBezTo>
                  <a:cubicBezTo>
                    <a:pt x="1620" y="3713"/>
                    <a:pt x="2107" y="3890"/>
                    <a:pt x="2584" y="3890"/>
                  </a:cubicBezTo>
                  <a:cubicBezTo>
                    <a:pt x="3583" y="3890"/>
                    <a:pt x="4541" y="3116"/>
                    <a:pt x="4541" y="1951"/>
                  </a:cubicBezTo>
                  <a:cubicBezTo>
                    <a:pt x="4541" y="869"/>
                    <a:pt x="3672" y="0"/>
                    <a:pt x="2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1997838" y="1411675"/>
              <a:ext cx="113550" cy="97250"/>
            </a:xfrm>
            <a:custGeom>
              <a:rect b="b" l="l" r="r" t="t"/>
              <a:pathLst>
                <a:path extrusionOk="0" h="3890" w="4542">
                  <a:moveTo>
                    <a:pt x="2590" y="0"/>
                  </a:moveTo>
                  <a:cubicBezTo>
                    <a:pt x="870" y="0"/>
                    <a:pt x="1" y="2093"/>
                    <a:pt x="1224" y="3317"/>
                  </a:cubicBezTo>
                  <a:cubicBezTo>
                    <a:pt x="1620" y="3713"/>
                    <a:pt x="2107" y="3890"/>
                    <a:pt x="2584" y="3890"/>
                  </a:cubicBezTo>
                  <a:cubicBezTo>
                    <a:pt x="3583" y="3890"/>
                    <a:pt x="4541" y="3116"/>
                    <a:pt x="4541" y="1951"/>
                  </a:cubicBezTo>
                  <a:cubicBezTo>
                    <a:pt x="4541" y="869"/>
                    <a:pt x="3672" y="0"/>
                    <a:pt x="2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1800063" y="1255150"/>
              <a:ext cx="331275" cy="176050"/>
            </a:xfrm>
            <a:custGeom>
              <a:rect b="b" l="l" r="r" t="t"/>
              <a:pathLst>
                <a:path extrusionOk="0" h="7042" w="13251">
                  <a:moveTo>
                    <a:pt x="1935" y="1578"/>
                  </a:moveTo>
                  <a:cubicBezTo>
                    <a:pt x="1947" y="1578"/>
                    <a:pt x="1958" y="1578"/>
                    <a:pt x="1970" y="1579"/>
                  </a:cubicBezTo>
                  <a:lnTo>
                    <a:pt x="11282" y="1579"/>
                  </a:lnTo>
                  <a:cubicBezTo>
                    <a:pt x="11761" y="1614"/>
                    <a:pt x="11761" y="2324"/>
                    <a:pt x="11282" y="2359"/>
                  </a:cubicBezTo>
                  <a:lnTo>
                    <a:pt x="1970" y="2359"/>
                  </a:lnTo>
                  <a:cubicBezTo>
                    <a:pt x="1958" y="2360"/>
                    <a:pt x="1947" y="2360"/>
                    <a:pt x="1935" y="2360"/>
                  </a:cubicBezTo>
                  <a:cubicBezTo>
                    <a:pt x="1413" y="2360"/>
                    <a:pt x="1413" y="1578"/>
                    <a:pt x="1935" y="1578"/>
                  </a:cubicBezTo>
                  <a:close/>
                  <a:moveTo>
                    <a:pt x="8178" y="3140"/>
                  </a:moveTo>
                  <a:cubicBezTo>
                    <a:pt x="8692" y="3140"/>
                    <a:pt x="8692" y="3902"/>
                    <a:pt x="8178" y="3902"/>
                  </a:cubicBezTo>
                  <a:lnTo>
                    <a:pt x="1970" y="3902"/>
                  </a:lnTo>
                  <a:cubicBezTo>
                    <a:pt x="1455" y="3902"/>
                    <a:pt x="1455" y="3140"/>
                    <a:pt x="1970" y="3140"/>
                  </a:cubicBezTo>
                  <a:close/>
                  <a:moveTo>
                    <a:pt x="1189" y="0"/>
                  </a:moveTo>
                  <a:cubicBezTo>
                    <a:pt x="533" y="0"/>
                    <a:pt x="1" y="514"/>
                    <a:pt x="1" y="1171"/>
                  </a:cubicBezTo>
                  <a:lnTo>
                    <a:pt x="1" y="4292"/>
                  </a:lnTo>
                  <a:cubicBezTo>
                    <a:pt x="1" y="4949"/>
                    <a:pt x="533" y="5481"/>
                    <a:pt x="1189" y="5499"/>
                  </a:cubicBezTo>
                  <a:lnTo>
                    <a:pt x="5464" y="5499"/>
                  </a:lnTo>
                  <a:lnTo>
                    <a:pt x="5464" y="6652"/>
                  </a:lnTo>
                  <a:cubicBezTo>
                    <a:pt x="5451" y="6884"/>
                    <a:pt x="5635" y="7041"/>
                    <a:pt x="5839" y="7041"/>
                  </a:cubicBezTo>
                  <a:cubicBezTo>
                    <a:pt x="5915" y="7041"/>
                    <a:pt x="5994" y="7019"/>
                    <a:pt x="6067" y="6971"/>
                  </a:cubicBezTo>
                  <a:lnTo>
                    <a:pt x="8302" y="5499"/>
                  </a:lnTo>
                  <a:lnTo>
                    <a:pt x="12062" y="5499"/>
                  </a:lnTo>
                  <a:cubicBezTo>
                    <a:pt x="12718" y="5481"/>
                    <a:pt x="13251" y="4949"/>
                    <a:pt x="13251" y="4292"/>
                  </a:cubicBezTo>
                  <a:lnTo>
                    <a:pt x="13251" y="1171"/>
                  </a:lnTo>
                  <a:cubicBezTo>
                    <a:pt x="13233" y="514"/>
                    <a:pt x="12701" y="0"/>
                    <a:pt x="12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1994738" y="1508775"/>
              <a:ext cx="136600" cy="77650"/>
            </a:xfrm>
            <a:custGeom>
              <a:rect b="b" l="l" r="r" t="t"/>
              <a:pathLst>
                <a:path extrusionOk="0" h="3106" w="5464">
                  <a:moveTo>
                    <a:pt x="834" y="1"/>
                  </a:moveTo>
                  <a:cubicBezTo>
                    <a:pt x="302" y="515"/>
                    <a:pt x="0" y="1207"/>
                    <a:pt x="0" y="1952"/>
                  </a:cubicBezTo>
                  <a:cubicBezTo>
                    <a:pt x="0" y="2590"/>
                    <a:pt x="533" y="3105"/>
                    <a:pt x="1171" y="3105"/>
                  </a:cubicBezTo>
                  <a:lnTo>
                    <a:pt x="4275" y="3105"/>
                  </a:lnTo>
                  <a:cubicBezTo>
                    <a:pt x="4286" y="3105"/>
                    <a:pt x="4296" y="3105"/>
                    <a:pt x="4307" y="3105"/>
                  </a:cubicBezTo>
                  <a:cubicBezTo>
                    <a:pt x="4948" y="3105"/>
                    <a:pt x="5446" y="2580"/>
                    <a:pt x="5464" y="1952"/>
                  </a:cubicBezTo>
                  <a:cubicBezTo>
                    <a:pt x="5464" y="1207"/>
                    <a:pt x="5144" y="515"/>
                    <a:pt x="4630" y="1"/>
                  </a:cubicBezTo>
                  <a:cubicBezTo>
                    <a:pt x="4098" y="524"/>
                    <a:pt x="3410" y="786"/>
                    <a:pt x="2725" y="786"/>
                  </a:cubicBezTo>
                  <a:cubicBezTo>
                    <a:pt x="2040" y="786"/>
                    <a:pt x="1357" y="524"/>
                    <a:pt x="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1800063" y="1508775"/>
              <a:ext cx="136175" cy="77650"/>
            </a:xfrm>
            <a:custGeom>
              <a:rect b="b" l="l" r="r" t="t"/>
              <a:pathLst>
                <a:path extrusionOk="0" h="3106" w="5447">
                  <a:moveTo>
                    <a:pt x="834" y="1"/>
                  </a:moveTo>
                  <a:cubicBezTo>
                    <a:pt x="302" y="515"/>
                    <a:pt x="1" y="1207"/>
                    <a:pt x="1" y="1952"/>
                  </a:cubicBezTo>
                  <a:cubicBezTo>
                    <a:pt x="1" y="2580"/>
                    <a:pt x="516" y="3105"/>
                    <a:pt x="1157" y="3105"/>
                  </a:cubicBezTo>
                  <a:cubicBezTo>
                    <a:pt x="1168" y="3105"/>
                    <a:pt x="1178" y="3105"/>
                    <a:pt x="1189" y="3105"/>
                  </a:cubicBezTo>
                  <a:lnTo>
                    <a:pt x="4293" y="3105"/>
                  </a:lnTo>
                  <a:cubicBezTo>
                    <a:pt x="4932" y="3105"/>
                    <a:pt x="5446" y="2590"/>
                    <a:pt x="5446" y="1952"/>
                  </a:cubicBezTo>
                  <a:cubicBezTo>
                    <a:pt x="5446" y="1207"/>
                    <a:pt x="5162" y="515"/>
                    <a:pt x="4630" y="1"/>
                  </a:cubicBezTo>
                  <a:cubicBezTo>
                    <a:pt x="4107" y="524"/>
                    <a:pt x="3424" y="786"/>
                    <a:pt x="2739" y="786"/>
                  </a:cubicBezTo>
                  <a:cubicBezTo>
                    <a:pt x="2054" y="786"/>
                    <a:pt x="1366" y="524"/>
                    <a:pt x="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2"/>
          <p:cNvSpPr txBox="1"/>
          <p:nvPr>
            <p:ph idx="4" type="subTitle"/>
          </p:nvPr>
        </p:nvSpPr>
        <p:spPr>
          <a:xfrm>
            <a:off x="1207820" y="1228063"/>
            <a:ext cx="1281300" cy="6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33" name="Google Shape;633;p33"/>
          <p:cNvSpPr txBox="1"/>
          <p:nvPr>
            <p:ph idx="5" type="subTitle"/>
          </p:nvPr>
        </p:nvSpPr>
        <p:spPr>
          <a:xfrm>
            <a:off x="3797340" y="1188066"/>
            <a:ext cx="23112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Mejores Clases</a:t>
            </a:r>
            <a:endParaRPr sz="1500"/>
          </a:p>
        </p:txBody>
      </p:sp>
      <p:sp>
        <p:nvSpPr>
          <p:cNvPr id="634" name="Google Shape;634;p33"/>
          <p:cNvSpPr txBox="1"/>
          <p:nvPr>
            <p:ph idx="2" type="subTitle"/>
          </p:nvPr>
        </p:nvSpPr>
        <p:spPr>
          <a:xfrm>
            <a:off x="3892575" y="1983852"/>
            <a:ext cx="34329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I-AMOUNT → F1 ≈ 0.72</a:t>
            </a:r>
            <a:endParaRPr sz="1300"/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B-CURRENCY → F1 ≈ 0.77</a:t>
            </a:r>
            <a:endParaRPr sz="1300"/>
          </a:p>
          <a:p>
            <a:pPr indent="-196850" lvl="0" marL="2286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I-MERCHANT → F1 ≈ 0.61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35" name="Google Shape;635;p33"/>
          <p:cNvSpPr txBox="1"/>
          <p:nvPr>
            <p:ph idx="3" type="subTitle"/>
          </p:nvPr>
        </p:nvSpPr>
        <p:spPr>
          <a:xfrm>
            <a:off x="3892575" y="3297557"/>
            <a:ext cx="48357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✖</a:t>
            </a:r>
            <a:r>
              <a:rPr lang="en" sz="1300"/>
              <a:t> Bajo soporte y fuerte desbalance frente a la clase “O”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1968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B-CHANNEL → F1 = 0</a:t>
            </a:r>
            <a:endParaRPr sz="1300"/>
          </a:p>
          <a:p>
            <a:pPr indent="-1968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B-COUNTRY → F1 = 0</a:t>
            </a:r>
            <a:endParaRPr sz="1300"/>
          </a:p>
          <a:p>
            <a:pPr indent="-1968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B-PRODUCT → F1 = 0</a:t>
            </a:r>
            <a:endParaRPr sz="1300"/>
          </a:p>
        </p:txBody>
      </p:sp>
      <p:sp>
        <p:nvSpPr>
          <p:cNvPr id="636" name="Google Shape;636;p33"/>
          <p:cNvSpPr txBox="1"/>
          <p:nvPr>
            <p:ph idx="6" type="subTitle"/>
          </p:nvPr>
        </p:nvSpPr>
        <p:spPr>
          <a:xfrm>
            <a:off x="3841618" y="2836155"/>
            <a:ext cx="41289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Clases con Menor Desempeño</a:t>
            </a:r>
            <a:endParaRPr sz="1600"/>
          </a:p>
        </p:txBody>
      </p:sp>
      <p:grpSp>
        <p:nvGrpSpPr>
          <p:cNvPr id="637" name="Google Shape;637;p33"/>
          <p:cNvGrpSpPr/>
          <p:nvPr/>
        </p:nvGrpSpPr>
        <p:grpSpPr>
          <a:xfrm>
            <a:off x="3413161" y="1252966"/>
            <a:ext cx="331725" cy="331600"/>
            <a:chOff x="3335238" y="2696300"/>
            <a:chExt cx="331725" cy="331600"/>
          </a:xfrm>
        </p:grpSpPr>
        <p:sp>
          <p:nvSpPr>
            <p:cNvPr id="638" name="Google Shape;638;p33"/>
            <p:cNvSpPr/>
            <p:nvPr/>
          </p:nvSpPr>
          <p:spPr>
            <a:xfrm>
              <a:off x="3423488" y="2766350"/>
              <a:ext cx="155225" cy="132625"/>
            </a:xfrm>
            <a:custGeom>
              <a:rect b="b" l="l" r="r" t="t"/>
              <a:pathLst>
                <a:path extrusionOk="0" h="5305" w="6209">
                  <a:moveTo>
                    <a:pt x="1348" y="1"/>
                  </a:moveTo>
                  <a:cubicBezTo>
                    <a:pt x="586" y="1"/>
                    <a:pt x="0" y="657"/>
                    <a:pt x="0" y="1544"/>
                  </a:cubicBezTo>
                  <a:cubicBezTo>
                    <a:pt x="0" y="2750"/>
                    <a:pt x="1207" y="3637"/>
                    <a:pt x="3104" y="5304"/>
                  </a:cubicBezTo>
                  <a:cubicBezTo>
                    <a:pt x="4985" y="3637"/>
                    <a:pt x="6208" y="2750"/>
                    <a:pt x="6208" y="1544"/>
                  </a:cubicBezTo>
                  <a:cubicBezTo>
                    <a:pt x="6208" y="657"/>
                    <a:pt x="5623" y="1"/>
                    <a:pt x="4843" y="1"/>
                  </a:cubicBezTo>
                  <a:cubicBezTo>
                    <a:pt x="3832" y="1"/>
                    <a:pt x="3477" y="1243"/>
                    <a:pt x="3477" y="1260"/>
                  </a:cubicBezTo>
                  <a:cubicBezTo>
                    <a:pt x="3424" y="1420"/>
                    <a:pt x="3282" y="1544"/>
                    <a:pt x="3104" y="1544"/>
                  </a:cubicBezTo>
                  <a:cubicBezTo>
                    <a:pt x="2927" y="1544"/>
                    <a:pt x="2767" y="1420"/>
                    <a:pt x="2732" y="1260"/>
                  </a:cubicBezTo>
                  <a:cubicBezTo>
                    <a:pt x="2714" y="1207"/>
                    <a:pt x="2359" y="1"/>
                    <a:pt x="1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3335238" y="2696300"/>
              <a:ext cx="331725" cy="331600"/>
            </a:xfrm>
            <a:custGeom>
              <a:rect b="b" l="l" r="r" t="t"/>
              <a:pathLst>
                <a:path extrusionOk="0" h="13264" w="13269">
                  <a:moveTo>
                    <a:pt x="8373" y="2023"/>
                  </a:moveTo>
                  <a:cubicBezTo>
                    <a:pt x="9579" y="2023"/>
                    <a:pt x="10519" y="3051"/>
                    <a:pt x="10519" y="4346"/>
                  </a:cubicBezTo>
                  <a:cubicBezTo>
                    <a:pt x="10519" y="6013"/>
                    <a:pt x="9029" y="7007"/>
                    <a:pt x="6883" y="8905"/>
                  </a:cubicBezTo>
                  <a:cubicBezTo>
                    <a:pt x="6812" y="8976"/>
                    <a:pt x="6723" y="9011"/>
                    <a:pt x="6634" y="9011"/>
                  </a:cubicBezTo>
                  <a:cubicBezTo>
                    <a:pt x="6528" y="9011"/>
                    <a:pt x="6439" y="8976"/>
                    <a:pt x="6368" y="8905"/>
                  </a:cubicBezTo>
                  <a:cubicBezTo>
                    <a:pt x="4222" y="7007"/>
                    <a:pt x="2750" y="6013"/>
                    <a:pt x="2750" y="4346"/>
                  </a:cubicBezTo>
                  <a:cubicBezTo>
                    <a:pt x="2750" y="3051"/>
                    <a:pt x="3690" y="2023"/>
                    <a:pt x="4878" y="2023"/>
                  </a:cubicBezTo>
                  <a:cubicBezTo>
                    <a:pt x="5606" y="2023"/>
                    <a:pt x="6262" y="2413"/>
                    <a:pt x="6634" y="3051"/>
                  </a:cubicBezTo>
                  <a:cubicBezTo>
                    <a:pt x="6989" y="2413"/>
                    <a:pt x="7645" y="2023"/>
                    <a:pt x="8373" y="2023"/>
                  </a:cubicBezTo>
                  <a:close/>
                  <a:moveTo>
                    <a:pt x="1171" y="0"/>
                  </a:moveTo>
                  <a:cubicBezTo>
                    <a:pt x="515" y="0"/>
                    <a:pt x="1" y="515"/>
                    <a:pt x="1" y="1171"/>
                  </a:cubicBezTo>
                  <a:lnTo>
                    <a:pt x="1" y="9738"/>
                  </a:lnTo>
                  <a:cubicBezTo>
                    <a:pt x="1" y="10395"/>
                    <a:pt x="515" y="10909"/>
                    <a:pt x="1171" y="10909"/>
                  </a:cubicBezTo>
                  <a:lnTo>
                    <a:pt x="4878" y="10909"/>
                  </a:lnTo>
                  <a:lnTo>
                    <a:pt x="6315" y="13091"/>
                  </a:lnTo>
                  <a:cubicBezTo>
                    <a:pt x="6395" y="13206"/>
                    <a:pt x="6519" y="13264"/>
                    <a:pt x="6643" y="13264"/>
                  </a:cubicBezTo>
                  <a:cubicBezTo>
                    <a:pt x="6767" y="13264"/>
                    <a:pt x="6892" y="13206"/>
                    <a:pt x="6971" y="13091"/>
                  </a:cubicBezTo>
                  <a:lnTo>
                    <a:pt x="8408" y="10909"/>
                  </a:lnTo>
                  <a:lnTo>
                    <a:pt x="12098" y="10909"/>
                  </a:lnTo>
                  <a:cubicBezTo>
                    <a:pt x="12736" y="10909"/>
                    <a:pt x="13251" y="10377"/>
                    <a:pt x="13268" y="9738"/>
                  </a:cubicBezTo>
                  <a:lnTo>
                    <a:pt x="13268" y="1171"/>
                  </a:lnTo>
                  <a:cubicBezTo>
                    <a:pt x="13251" y="515"/>
                    <a:pt x="12736" y="0"/>
                    <a:pt x="120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40" name="Google Shape;640;p33"/>
          <p:cNvCxnSpPr/>
          <p:nvPr/>
        </p:nvCxnSpPr>
        <p:spPr>
          <a:xfrm flipH="1">
            <a:off x="3186495" y="1177625"/>
            <a:ext cx="8700" cy="31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33"/>
          <p:cNvSpPr txBox="1"/>
          <p:nvPr/>
        </p:nvSpPr>
        <p:spPr>
          <a:xfrm>
            <a:off x="3892586" y="1641116"/>
            <a:ext cx="511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✔ </a:t>
            </a:r>
            <a:r>
              <a:rPr lang="en" sz="13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Mayor frecuencia y estructura más consistente</a:t>
            </a:r>
            <a:endParaRPr sz="13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grpSp>
        <p:nvGrpSpPr>
          <p:cNvPr id="642" name="Google Shape;642;p33"/>
          <p:cNvGrpSpPr/>
          <p:nvPr/>
        </p:nvGrpSpPr>
        <p:grpSpPr>
          <a:xfrm>
            <a:off x="3411174" y="2886421"/>
            <a:ext cx="335700" cy="331250"/>
            <a:chOff x="4843813" y="2696325"/>
            <a:chExt cx="335700" cy="331250"/>
          </a:xfrm>
        </p:grpSpPr>
        <p:sp>
          <p:nvSpPr>
            <p:cNvPr id="643" name="Google Shape;643;p33"/>
            <p:cNvSpPr/>
            <p:nvPr/>
          </p:nvSpPr>
          <p:spPr>
            <a:xfrm>
              <a:off x="4843813" y="2696325"/>
              <a:ext cx="41250" cy="151225"/>
            </a:xfrm>
            <a:custGeom>
              <a:rect b="b" l="l" r="r" t="t"/>
              <a:pathLst>
                <a:path extrusionOk="0" h="6049" w="1650">
                  <a:moveTo>
                    <a:pt x="1199" y="1"/>
                  </a:moveTo>
                  <a:cubicBezTo>
                    <a:pt x="1042" y="1"/>
                    <a:pt x="895" y="90"/>
                    <a:pt x="816" y="248"/>
                  </a:cubicBezTo>
                  <a:cubicBezTo>
                    <a:pt x="36" y="2004"/>
                    <a:pt x="0" y="4008"/>
                    <a:pt x="763" y="5800"/>
                  </a:cubicBezTo>
                  <a:cubicBezTo>
                    <a:pt x="838" y="5975"/>
                    <a:pt x="980" y="6049"/>
                    <a:pt x="1122" y="6049"/>
                  </a:cubicBezTo>
                  <a:cubicBezTo>
                    <a:pt x="1383" y="6049"/>
                    <a:pt x="1646" y="5802"/>
                    <a:pt x="1508" y="5480"/>
                  </a:cubicBezTo>
                  <a:cubicBezTo>
                    <a:pt x="852" y="3902"/>
                    <a:pt x="870" y="2128"/>
                    <a:pt x="1561" y="567"/>
                  </a:cubicBezTo>
                  <a:cubicBezTo>
                    <a:pt x="1650" y="372"/>
                    <a:pt x="1561" y="124"/>
                    <a:pt x="1366" y="35"/>
                  </a:cubicBezTo>
                  <a:cubicBezTo>
                    <a:pt x="1311" y="12"/>
                    <a:pt x="1254" y="1"/>
                    <a:pt x="11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5136988" y="2696400"/>
              <a:ext cx="42525" cy="151150"/>
            </a:xfrm>
            <a:custGeom>
              <a:rect b="b" l="l" r="r" t="t"/>
              <a:pathLst>
                <a:path extrusionOk="0" h="6046" w="1701">
                  <a:moveTo>
                    <a:pt x="532" y="0"/>
                  </a:moveTo>
                  <a:cubicBezTo>
                    <a:pt x="269" y="0"/>
                    <a:pt x="1" y="252"/>
                    <a:pt x="140" y="564"/>
                  </a:cubicBezTo>
                  <a:cubicBezTo>
                    <a:pt x="849" y="2125"/>
                    <a:pt x="867" y="3899"/>
                    <a:pt x="193" y="5477"/>
                  </a:cubicBezTo>
                  <a:cubicBezTo>
                    <a:pt x="67" y="5799"/>
                    <a:pt x="334" y="6046"/>
                    <a:pt x="596" y="6046"/>
                  </a:cubicBezTo>
                  <a:cubicBezTo>
                    <a:pt x="739" y="6046"/>
                    <a:pt x="880" y="5972"/>
                    <a:pt x="956" y="5797"/>
                  </a:cubicBezTo>
                  <a:cubicBezTo>
                    <a:pt x="1701" y="4005"/>
                    <a:pt x="1683" y="2001"/>
                    <a:pt x="885" y="245"/>
                  </a:cubicBezTo>
                  <a:cubicBezTo>
                    <a:pt x="811" y="72"/>
                    <a:pt x="672" y="0"/>
                    <a:pt x="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5099413" y="2711800"/>
              <a:ext cx="38425" cy="115975"/>
            </a:xfrm>
            <a:custGeom>
              <a:rect b="b" l="l" r="r" t="t"/>
              <a:pathLst>
                <a:path extrusionOk="0" h="4639" w="1537">
                  <a:moveTo>
                    <a:pt x="530" y="1"/>
                  </a:moveTo>
                  <a:cubicBezTo>
                    <a:pt x="266" y="1"/>
                    <a:pt x="1" y="259"/>
                    <a:pt x="153" y="587"/>
                  </a:cubicBezTo>
                  <a:cubicBezTo>
                    <a:pt x="419" y="1172"/>
                    <a:pt x="561" y="1810"/>
                    <a:pt x="561" y="2467"/>
                  </a:cubicBezTo>
                  <a:cubicBezTo>
                    <a:pt x="561" y="3034"/>
                    <a:pt x="454" y="3584"/>
                    <a:pt x="259" y="4099"/>
                  </a:cubicBezTo>
                  <a:cubicBezTo>
                    <a:pt x="157" y="4416"/>
                    <a:pt x="402" y="4639"/>
                    <a:pt x="648" y="4639"/>
                  </a:cubicBezTo>
                  <a:cubicBezTo>
                    <a:pt x="787" y="4639"/>
                    <a:pt x="927" y="4567"/>
                    <a:pt x="1004" y="4400"/>
                  </a:cubicBezTo>
                  <a:cubicBezTo>
                    <a:pt x="1536" y="3052"/>
                    <a:pt x="1483" y="1544"/>
                    <a:pt x="880" y="232"/>
                  </a:cubicBezTo>
                  <a:cubicBezTo>
                    <a:pt x="802" y="69"/>
                    <a:pt x="666" y="1"/>
                    <a:pt x="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4885488" y="2711575"/>
              <a:ext cx="37275" cy="117300"/>
            </a:xfrm>
            <a:custGeom>
              <a:rect b="b" l="l" r="r" t="t"/>
              <a:pathLst>
                <a:path extrusionOk="0" h="4692" w="1491">
                  <a:moveTo>
                    <a:pt x="1022" y="1"/>
                  </a:moveTo>
                  <a:cubicBezTo>
                    <a:pt x="872" y="1"/>
                    <a:pt x="733" y="89"/>
                    <a:pt x="657" y="241"/>
                  </a:cubicBezTo>
                  <a:cubicBezTo>
                    <a:pt x="54" y="1553"/>
                    <a:pt x="1" y="3061"/>
                    <a:pt x="533" y="4409"/>
                  </a:cubicBezTo>
                  <a:cubicBezTo>
                    <a:pt x="597" y="4609"/>
                    <a:pt x="748" y="4691"/>
                    <a:pt x="902" y="4691"/>
                  </a:cubicBezTo>
                  <a:cubicBezTo>
                    <a:pt x="1172" y="4691"/>
                    <a:pt x="1454" y="4435"/>
                    <a:pt x="1296" y="4108"/>
                  </a:cubicBezTo>
                  <a:cubicBezTo>
                    <a:pt x="1083" y="3593"/>
                    <a:pt x="976" y="3026"/>
                    <a:pt x="976" y="2476"/>
                  </a:cubicBezTo>
                  <a:cubicBezTo>
                    <a:pt x="994" y="1819"/>
                    <a:pt x="1136" y="1181"/>
                    <a:pt x="1402" y="578"/>
                  </a:cubicBezTo>
                  <a:cubicBezTo>
                    <a:pt x="1491" y="383"/>
                    <a:pt x="1402" y="134"/>
                    <a:pt x="1207" y="46"/>
                  </a:cubicBezTo>
                  <a:cubicBezTo>
                    <a:pt x="1146" y="15"/>
                    <a:pt x="1083" y="1"/>
                    <a:pt x="10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4927188" y="2725175"/>
              <a:ext cx="34800" cy="81725"/>
            </a:xfrm>
            <a:custGeom>
              <a:rect b="b" l="l" r="r" t="t"/>
              <a:pathLst>
                <a:path extrusionOk="0" h="3269" w="1392">
                  <a:moveTo>
                    <a:pt x="747" y="1"/>
                  </a:moveTo>
                  <a:cubicBezTo>
                    <a:pt x="594" y="1"/>
                    <a:pt x="443" y="84"/>
                    <a:pt x="373" y="282"/>
                  </a:cubicBezTo>
                  <a:cubicBezTo>
                    <a:pt x="0" y="1187"/>
                    <a:pt x="53" y="2198"/>
                    <a:pt x="514" y="3049"/>
                  </a:cubicBezTo>
                  <a:cubicBezTo>
                    <a:pt x="595" y="3204"/>
                    <a:pt x="723" y="3268"/>
                    <a:pt x="852" y="3268"/>
                  </a:cubicBezTo>
                  <a:cubicBezTo>
                    <a:pt x="1122" y="3268"/>
                    <a:pt x="1392" y="2989"/>
                    <a:pt x="1224" y="2677"/>
                  </a:cubicBezTo>
                  <a:cubicBezTo>
                    <a:pt x="1047" y="2322"/>
                    <a:pt x="940" y="1932"/>
                    <a:pt x="940" y="1524"/>
                  </a:cubicBezTo>
                  <a:cubicBezTo>
                    <a:pt x="940" y="1205"/>
                    <a:pt x="1011" y="885"/>
                    <a:pt x="1135" y="601"/>
                  </a:cubicBezTo>
                  <a:cubicBezTo>
                    <a:pt x="1294" y="261"/>
                    <a:pt x="1018" y="1"/>
                    <a:pt x="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5061338" y="2726700"/>
              <a:ext cx="34800" cy="80200"/>
            </a:xfrm>
            <a:custGeom>
              <a:rect b="b" l="l" r="r" t="t"/>
              <a:pathLst>
                <a:path extrusionOk="0" h="3208" w="1392">
                  <a:moveTo>
                    <a:pt x="665" y="0"/>
                  </a:moveTo>
                  <a:cubicBezTo>
                    <a:pt x="411" y="0"/>
                    <a:pt x="159" y="229"/>
                    <a:pt x="275" y="540"/>
                  </a:cubicBezTo>
                  <a:cubicBezTo>
                    <a:pt x="399" y="824"/>
                    <a:pt x="452" y="1144"/>
                    <a:pt x="452" y="1463"/>
                  </a:cubicBezTo>
                  <a:cubicBezTo>
                    <a:pt x="452" y="1871"/>
                    <a:pt x="363" y="2261"/>
                    <a:pt x="168" y="2616"/>
                  </a:cubicBezTo>
                  <a:cubicBezTo>
                    <a:pt x="0" y="2928"/>
                    <a:pt x="270" y="3207"/>
                    <a:pt x="545" y="3207"/>
                  </a:cubicBezTo>
                  <a:cubicBezTo>
                    <a:pt x="677" y="3207"/>
                    <a:pt x="809" y="3143"/>
                    <a:pt x="895" y="2988"/>
                  </a:cubicBezTo>
                  <a:cubicBezTo>
                    <a:pt x="1339" y="2137"/>
                    <a:pt x="1392" y="1126"/>
                    <a:pt x="1019" y="221"/>
                  </a:cubicBezTo>
                  <a:cubicBezTo>
                    <a:pt x="939" y="66"/>
                    <a:pt x="802" y="0"/>
                    <a:pt x="6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4957338" y="2722900"/>
              <a:ext cx="95350" cy="81250"/>
            </a:xfrm>
            <a:custGeom>
              <a:rect b="b" l="l" r="r" t="t"/>
              <a:pathLst>
                <a:path extrusionOk="0" h="3250" w="3814">
                  <a:moveTo>
                    <a:pt x="2213" y="0"/>
                  </a:moveTo>
                  <a:cubicBezTo>
                    <a:pt x="2203" y="0"/>
                    <a:pt x="2192" y="1"/>
                    <a:pt x="2182" y="1"/>
                  </a:cubicBezTo>
                  <a:cubicBezTo>
                    <a:pt x="727" y="1"/>
                    <a:pt x="0" y="1739"/>
                    <a:pt x="1029" y="2768"/>
                  </a:cubicBezTo>
                  <a:cubicBezTo>
                    <a:pt x="1362" y="3101"/>
                    <a:pt x="1771" y="3250"/>
                    <a:pt x="2172" y="3250"/>
                  </a:cubicBezTo>
                  <a:cubicBezTo>
                    <a:pt x="3010" y="3250"/>
                    <a:pt x="3814" y="2599"/>
                    <a:pt x="3814" y="1615"/>
                  </a:cubicBezTo>
                  <a:cubicBezTo>
                    <a:pt x="3796" y="738"/>
                    <a:pt x="3086" y="0"/>
                    <a:pt x="22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4889488" y="2813800"/>
              <a:ext cx="245250" cy="213775"/>
            </a:xfrm>
            <a:custGeom>
              <a:rect b="b" l="l" r="r" t="t"/>
              <a:pathLst>
                <a:path extrusionOk="0" h="8551" w="9810">
                  <a:moveTo>
                    <a:pt x="6013" y="2058"/>
                  </a:moveTo>
                  <a:lnTo>
                    <a:pt x="6350" y="3176"/>
                  </a:lnTo>
                  <a:lnTo>
                    <a:pt x="4896" y="4134"/>
                  </a:lnTo>
                  <a:lnTo>
                    <a:pt x="3441" y="3158"/>
                  </a:lnTo>
                  <a:lnTo>
                    <a:pt x="3761" y="2058"/>
                  </a:lnTo>
                  <a:close/>
                  <a:moveTo>
                    <a:pt x="3211" y="3992"/>
                  </a:moveTo>
                  <a:lnTo>
                    <a:pt x="4169" y="4630"/>
                  </a:lnTo>
                  <a:lnTo>
                    <a:pt x="2750" y="5570"/>
                  </a:lnTo>
                  <a:lnTo>
                    <a:pt x="2750" y="5570"/>
                  </a:lnTo>
                  <a:lnTo>
                    <a:pt x="3211" y="3992"/>
                  </a:lnTo>
                  <a:close/>
                  <a:moveTo>
                    <a:pt x="6581" y="3992"/>
                  </a:moveTo>
                  <a:lnTo>
                    <a:pt x="7042" y="5570"/>
                  </a:lnTo>
                  <a:lnTo>
                    <a:pt x="7042" y="5570"/>
                  </a:lnTo>
                  <a:lnTo>
                    <a:pt x="5623" y="4630"/>
                  </a:lnTo>
                  <a:lnTo>
                    <a:pt x="6581" y="3992"/>
                  </a:lnTo>
                  <a:close/>
                  <a:moveTo>
                    <a:pt x="4896" y="5109"/>
                  </a:moveTo>
                  <a:lnTo>
                    <a:pt x="6404" y="6120"/>
                  </a:lnTo>
                  <a:lnTo>
                    <a:pt x="3388" y="6120"/>
                  </a:lnTo>
                  <a:lnTo>
                    <a:pt x="4896" y="5109"/>
                  </a:lnTo>
                  <a:close/>
                  <a:moveTo>
                    <a:pt x="3530" y="1"/>
                  </a:moveTo>
                  <a:lnTo>
                    <a:pt x="1756" y="6120"/>
                  </a:lnTo>
                  <a:cubicBezTo>
                    <a:pt x="1295" y="6120"/>
                    <a:pt x="869" y="6386"/>
                    <a:pt x="657" y="6794"/>
                  </a:cubicBezTo>
                  <a:lnTo>
                    <a:pt x="71" y="7965"/>
                  </a:lnTo>
                  <a:cubicBezTo>
                    <a:pt x="0" y="8089"/>
                    <a:pt x="18" y="8249"/>
                    <a:pt x="89" y="8355"/>
                  </a:cubicBezTo>
                  <a:cubicBezTo>
                    <a:pt x="160" y="8479"/>
                    <a:pt x="284" y="8550"/>
                    <a:pt x="426" y="8550"/>
                  </a:cubicBezTo>
                  <a:lnTo>
                    <a:pt x="9383" y="8550"/>
                  </a:lnTo>
                  <a:cubicBezTo>
                    <a:pt x="9525" y="8550"/>
                    <a:pt x="9649" y="8479"/>
                    <a:pt x="9720" y="8355"/>
                  </a:cubicBezTo>
                  <a:cubicBezTo>
                    <a:pt x="9791" y="8249"/>
                    <a:pt x="9809" y="8089"/>
                    <a:pt x="9738" y="7965"/>
                  </a:cubicBezTo>
                  <a:lnTo>
                    <a:pt x="9135" y="6794"/>
                  </a:lnTo>
                  <a:cubicBezTo>
                    <a:pt x="8940" y="6386"/>
                    <a:pt x="8514" y="6120"/>
                    <a:pt x="8053" y="6120"/>
                  </a:cubicBezTo>
                  <a:lnTo>
                    <a:pt x="6279" y="1"/>
                  </a:lnTo>
                  <a:cubicBezTo>
                    <a:pt x="5863" y="285"/>
                    <a:pt x="5379" y="427"/>
                    <a:pt x="4898" y="427"/>
                  </a:cubicBezTo>
                  <a:cubicBezTo>
                    <a:pt x="4417" y="427"/>
                    <a:pt x="3938" y="285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1" name="Google Shape;651;p33"/>
          <p:cNvSpPr txBox="1"/>
          <p:nvPr>
            <p:ph idx="4" type="subTitle"/>
          </p:nvPr>
        </p:nvSpPr>
        <p:spPr>
          <a:xfrm>
            <a:off x="659314" y="2306993"/>
            <a:ext cx="2311200" cy="6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Desempeño Global del Modelo</a:t>
            </a:r>
            <a:endParaRPr sz="1500"/>
          </a:p>
        </p:txBody>
      </p:sp>
      <p:sp>
        <p:nvSpPr>
          <p:cNvPr id="652" name="Google Shape;652;p33"/>
          <p:cNvSpPr txBox="1"/>
          <p:nvPr>
            <p:ph idx="1" type="subTitle"/>
          </p:nvPr>
        </p:nvSpPr>
        <p:spPr>
          <a:xfrm>
            <a:off x="713139" y="2926203"/>
            <a:ext cx="1858500" cy="8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Accuracy:  99%</a:t>
            </a:r>
            <a:endParaRPr sz="1400"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Weighted F1: 0.99</a:t>
            </a:r>
            <a:endParaRPr sz="1400"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Macro F1: 0.36</a:t>
            </a:r>
            <a:endParaRPr sz="1400"/>
          </a:p>
        </p:txBody>
      </p:sp>
      <p:sp>
        <p:nvSpPr>
          <p:cNvPr id="653" name="Google Shape;653;p33"/>
          <p:cNvSpPr txBox="1"/>
          <p:nvPr>
            <p:ph idx="4" type="subTitle"/>
          </p:nvPr>
        </p:nvSpPr>
        <p:spPr>
          <a:xfrm>
            <a:off x="1207820" y="1228063"/>
            <a:ext cx="1281300" cy="61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NER</a:t>
            </a:r>
            <a:endParaRPr sz="1700"/>
          </a:p>
        </p:txBody>
      </p:sp>
      <p:grpSp>
        <p:nvGrpSpPr>
          <p:cNvPr id="654" name="Google Shape;654;p33"/>
          <p:cNvGrpSpPr/>
          <p:nvPr/>
        </p:nvGrpSpPr>
        <p:grpSpPr>
          <a:xfrm>
            <a:off x="685375" y="1397325"/>
            <a:ext cx="331700" cy="331250"/>
            <a:chOff x="4111263" y="1255150"/>
            <a:chExt cx="331700" cy="331250"/>
          </a:xfrm>
        </p:grpSpPr>
        <p:sp>
          <p:nvSpPr>
            <p:cNvPr id="655" name="Google Shape;655;p33"/>
            <p:cNvSpPr/>
            <p:nvPr/>
          </p:nvSpPr>
          <p:spPr>
            <a:xfrm>
              <a:off x="4169338" y="1313225"/>
              <a:ext cx="136175" cy="176525"/>
            </a:xfrm>
            <a:custGeom>
              <a:rect b="b" l="l" r="r" t="t"/>
              <a:pathLst>
                <a:path extrusionOk="0" h="7061" w="5447">
                  <a:moveTo>
                    <a:pt x="1138" y="780"/>
                  </a:moveTo>
                  <a:cubicBezTo>
                    <a:pt x="1149" y="780"/>
                    <a:pt x="1160" y="780"/>
                    <a:pt x="1171" y="781"/>
                  </a:cubicBezTo>
                  <a:lnTo>
                    <a:pt x="4275" y="781"/>
                  </a:lnTo>
                  <a:cubicBezTo>
                    <a:pt x="4754" y="817"/>
                    <a:pt x="4754" y="1526"/>
                    <a:pt x="4275" y="1561"/>
                  </a:cubicBezTo>
                  <a:lnTo>
                    <a:pt x="1171" y="1561"/>
                  </a:lnTo>
                  <a:cubicBezTo>
                    <a:pt x="1160" y="1562"/>
                    <a:pt x="1149" y="1563"/>
                    <a:pt x="1138" y="1563"/>
                  </a:cubicBezTo>
                  <a:cubicBezTo>
                    <a:pt x="633" y="1563"/>
                    <a:pt x="633" y="780"/>
                    <a:pt x="1138" y="780"/>
                  </a:cubicBezTo>
                  <a:close/>
                  <a:moveTo>
                    <a:pt x="2732" y="2342"/>
                  </a:moveTo>
                  <a:cubicBezTo>
                    <a:pt x="3247" y="2342"/>
                    <a:pt x="3247" y="3105"/>
                    <a:pt x="2732" y="3105"/>
                  </a:cubicBezTo>
                  <a:lnTo>
                    <a:pt x="1171" y="3105"/>
                  </a:lnTo>
                  <a:cubicBezTo>
                    <a:pt x="657" y="3105"/>
                    <a:pt x="657" y="2342"/>
                    <a:pt x="1171" y="2342"/>
                  </a:cubicBezTo>
                  <a:close/>
                  <a:moveTo>
                    <a:pt x="1" y="1"/>
                  </a:moveTo>
                  <a:lnTo>
                    <a:pt x="1" y="7060"/>
                  </a:lnTo>
                  <a:lnTo>
                    <a:pt x="5446" y="7060"/>
                  </a:lnTo>
                  <a:lnTo>
                    <a:pt x="5446" y="1"/>
                  </a:ln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4111263" y="1255150"/>
              <a:ext cx="252325" cy="331250"/>
            </a:xfrm>
            <a:custGeom>
              <a:rect b="b" l="l" r="r" t="t"/>
              <a:pathLst>
                <a:path extrusionOk="0" h="13250" w="10093">
                  <a:moveTo>
                    <a:pt x="8142" y="1561"/>
                  </a:moveTo>
                  <a:cubicBezTo>
                    <a:pt x="8354" y="1561"/>
                    <a:pt x="8532" y="1721"/>
                    <a:pt x="8532" y="1951"/>
                  </a:cubicBezTo>
                  <a:lnTo>
                    <a:pt x="8550" y="9756"/>
                  </a:lnTo>
                  <a:cubicBezTo>
                    <a:pt x="8550" y="9968"/>
                    <a:pt x="8372" y="10146"/>
                    <a:pt x="8159" y="10146"/>
                  </a:cubicBezTo>
                  <a:lnTo>
                    <a:pt x="1951" y="10146"/>
                  </a:lnTo>
                  <a:cubicBezTo>
                    <a:pt x="1941" y="10147"/>
                    <a:pt x="1932" y="10147"/>
                    <a:pt x="1922" y="10147"/>
                  </a:cubicBezTo>
                  <a:cubicBezTo>
                    <a:pt x="1721" y="10147"/>
                    <a:pt x="1544" y="9975"/>
                    <a:pt x="1561" y="9756"/>
                  </a:cubicBezTo>
                  <a:lnTo>
                    <a:pt x="1561" y="1951"/>
                  </a:lnTo>
                  <a:cubicBezTo>
                    <a:pt x="1561" y="1721"/>
                    <a:pt x="1721" y="1561"/>
                    <a:pt x="1934" y="1561"/>
                  </a:cubicBezTo>
                  <a:close/>
                  <a:moveTo>
                    <a:pt x="5836" y="10926"/>
                  </a:moveTo>
                  <a:cubicBezTo>
                    <a:pt x="6315" y="10962"/>
                    <a:pt x="6315" y="11671"/>
                    <a:pt x="5836" y="11707"/>
                  </a:cubicBezTo>
                  <a:lnTo>
                    <a:pt x="4275" y="11707"/>
                  </a:lnTo>
                  <a:cubicBezTo>
                    <a:pt x="3796" y="11671"/>
                    <a:pt x="3796" y="10962"/>
                    <a:pt x="4275" y="10926"/>
                  </a:cubicBezTo>
                  <a:close/>
                  <a:moveTo>
                    <a:pt x="1171" y="0"/>
                  </a:moveTo>
                  <a:cubicBezTo>
                    <a:pt x="532" y="0"/>
                    <a:pt x="0" y="514"/>
                    <a:pt x="0" y="1171"/>
                  </a:cubicBezTo>
                  <a:lnTo>
                    <a:pt x="0" y="9756"/>
                  </a:lnTo>
                  <a:cubicBezTo>
                    <a:pt x="0" y="11689"/>
                    <a:pt x="1561" y="13250"/>
                    <a:pt x="3494" y="13250"/>
                  </a:cubicBezTo>
                  <a:lnTo>
                    <a:pt x="6598" y="13250"/>
                  </a:lnTo>
                  <a:cubicBezTo>
                    <a:pt x="8532" y="13250"/>
                    <a:pt x="10093" y="11689"/>
                    <a:pt x="10093" y="9756"/>
                  </a:cubicBezTo>
                  <a:lnTo>
                    <a:pt x="10093" y="1171"/>
                  </a:lnTo>
                  <a:cubicBezTo>
                    <a:pt x="10093" y="514"/>
                    <a:pt x="9578" y="0"/>
                    <a:pt x="8940" y="0"/>
                  </a:cubicBez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4383088" y="1274650"/>
              <a:ext cx="59425" cy="38600"/>
            </a:xfrm>
            <a:custGeom>
              <a:rect b="b" l="l" r="r" t="t"/>
              <a:pathLst>
                <a:path extrusionOk="0" h="1544" w="2377">
                  <a:moveTo>
                    <a:pt x="1189" y="0"/>
                  </a:moveTo>
                  <a:cubicBezTo>
                    <a:pt x="550" y="0"/>
                    <a:pt x="18" y="515"/>
                    <a:pt x="0" y="1171"/>
                  </a:cubicBezTo>
                  <a:lnTo>
                    <a:pt x="0" y="1544"/>
                  </a:lnTo>
                  <a:lnTo>
                    <a:pt x="2377" y="1544"/>
                  </a:lnTo>
                  <a:lnTo>
                    <a:pt x="2377" y="1171"/>
                  </a:lnTo>
                  <a:cubicBezTo>
                    <a:pt x="2377" y="515"/>
                    <a:pt x="1845" y="0"/>
                    <a:pt x="1189" y="0"/>
                  </a:cubicBez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4383088" y="1332750"/>
              <a:ext cx="59425" cy="156550"/>
            </a:xfrm>
            <a:custGeom>
              <a:rect b="b" l="l" r="r" t="t"/>
              <a:pathLst>
                <a:path extrusionOk="0" h="6262" w="2377">
                  <a:moveTo>
                    <a:pt x="0" y="0"/>
                  </a:moveTo>
                  <a:lnTo>
                    <a:pt x="0" y="6261"/>
                  </a:lnTo>
                  <a:lnTo>
                    <a:pt x="2377" y="6261"/>
                  </a:lnTo>
                  <a:lnTo>
                    <a:pt x="2377" y="0"/>
                  </a:ln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4383088" y="1508775"/>
              <a:ext cx="59875" cy="58575"/>
            </a:xfrm>
            <a:custGeom>
              <a:rect b="b" l="l" r="r" t="t"/>
              <a:pathLst>
                <a:path extrusionOk="0" h="2343" w="2395">
                  <a:moveTo>
                    <a:pt x="0" y="1"/>
                  </a:moveTo>
                  <a:lnTo>
                    <a:pt x="0" y="391"/>
                  </a:lnTo>
                  <a:cubicBezTo>
                    <a:pt x="0" y="462"/>
                    <a:pt x="18" y="515"/>
                    <a:pt x="53" y="568"/>
                  </a:cubicBezTo>
                  <a:lnTo>
                    <a:pt x="852" y="2129"/>
                  </a:lnTo>
                  <a:cubicBezTo>
                    <a:pt x="923" y="2271"/>
                    <a:pt x="1060" y="2342"/>
                    <a:pt x="1197" y="2342"/>
                  </a:cubicBezTo>
                  <a:cubicBezTo>
                    <a:pt x="1335" y="2342"/>
                    <a:pt x="1472" y="2271"/>
                    <a:pt x="1543" y="2129"/>
                  </a:cubicBezTo>
                  <a:lnTo>
                    <a:pt x="2342" y="568"/>
                  </a:lnTo>
                  <a:cubicBezTo>
                    <a:pt x="2377" y="515"/>
                    <a:pt x="2377" y="462"/>
                    <a:pt x="2395" y="391"/>
                  </a:cubicBezTo>
                  <a:lnTo>
                    <a:pt x="2395" y="1"/>
                  </a:lnTo>
                  <a:close/>
                </a:path>
              </a:pathLst>
            </a:custGeom>
            <a:solidFill>
              <a:srgbClr val="F386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/>
          </a:p>
        </p:txBody>
      </p:sp>
      <p:sp>
        <p:nvSpPr>
          <p:cNvPr id="665" name="Google Shape;665;p34"/>
          <p:cNvSpPr txBox="1"/>
          <p:nvPr>
            <p:ph idx="5" type="subTitle"/>
          </p:nvPr>
        </p:nvSpPr>
        <p:spPr>
          <a:xfrm>
            <a:off x="1070175" y="1146900"/>
            <a:ext cx="24027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Posibles Mejoras</a:t>
            </a:r>
            <a:endParaRPr sz="1200"/>
          </a:p>
        </p:txBody>
      </p:sp>
      <p:sp>
        <p:nvSpPr>
          <p:cNvPr id="666" name="Google Shape;666;p34"/>
          <p:cNvSpPr txBox="1"/>
          <p:nvPr>
            <p:ph idx="3" type="subTitle"/>
          </p:nvPr>
        </p:nvSpPr>
        <p:spPr>
          <a:xfrm>
            <a:off x="5244975" y="1783200"/>
            <a:ext cx="3457500" cy="24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 obtuvo un modelo con </a:t>
            </a:r>
            <a:r>
              <a:rPr b="1" lang="en" sz="1300">
                <a:latin typeface="Catamaran"/>
                <a:ea typeface="Catamaran"/>
                <a:cs typeface="Catamaran"/>
                <a:sym typeface="Catamaran"/>
              </a:rPr>
              <a:t>buen desempeño en clases frecuentes</a:t>
            </a:r>
            <a:r>
              <a:rPr lang="en" sz="1300"/>
              <a:t>, aunque cabe destacar que se utilizó un </a:t>
            </a:r>
            <a:r>
              <a:rPr b="1" lang="en" sz="1300">
                <a:latin typeface="Catamaran"/>
                <a:ea typeface="Catamaran"/>
                <a:cs typeface="Catamaran"/>
                <a:sym typeface="Catamaran"/>
              </a:rPr>
              <a:t>dataset sintético</a:t>
            </a:r>
            <a:r>
              <a:rPr lang="en" sz="1300"/>
              <a:t>, puede presentar </a:t>
            </a:r>
            <a:r>
              <a:rPr b="1" lang="en" sz="1300">
                <a:latin typeface="Catamaran"/>
                <a:ea typeface="Catamaran"/>
                <a:cs typeface="Catamaran"/>
                <a:sym typeface="Catamaran"/>
              </a:rPr>
              <a:t>menor ruido</a:t>
            </a:r>
            <a:r>
              <a:rPr lang="en" sz="1300"/>
              <a:t> que los datos reales.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Sin Embargo</a:t>
            </a:r>
            <a:r>
              <a:rPr lang="en" sz="1300"/>
              <a:t> en </a:t>
            </a:r>
            <a:r>
              <a:rPr i="1" lang="en" sz="1300" u="sng">
                <a:solidFill>
                  <a:schemeClr val="hlink"/>
                </a:solidFill>
                <a:hlinkClick r:id="rId3"/>
              </a:rPr>
              <a:t>BERT for Joint Intent Classification and Slot Filling </a:t>
            </a:r>
            <a:r>
              <a:rPr lang="en" sz="1300"/>
              <a:t>se dice que el uso de </a:t>
            </a:r>
            <a:r>
              <a:rPr b="1" lang="en" sz="1300">
                <a:latin typeface="Catamaran"/>
                <a:ea typeface="Catamaran"/>
                <a:cs typeface="Catamaran"/>
                <a:sym typeface="Catamaran"/>
              </a:rPr>
              <a:t>BERT logra interpretar </a:t>
            </a:r>
            <a:r>
              <a:rPr lang="en" sz="1300"/>
              <a:t>incluso </a:t>
            </a:r>
            <a:r>
              <a:rPr b="1" lang="en" sz="1300">
                <a:latin typeface="Catamaran"/>
                <a:ea typeface="Catamaran"/>
                <a:cs typeface="Catamaran"/>
                <a:sym typeface="Catamaran"/>
              </a:rPr>
              <a:t>frases poco frecuentes </a:t>
            </a:r>
            <a:r>
              <a:rPr lang="en" sz="1300"/>
              <a:t>gracias a su </a:t>
            </a:r>
            <a:r>
              <a:rPr b="1" lang="en" sz="1300">
                <a:latin typeface="Catamaran"/>
                <a:ea typeface="Catamaran"/>
                <a:cs typeface="Catamaran"/>
                <a:sym typeface="Catamaran"/>
              </a:rPr>
              <a:t>entrenamiento en grandes corpus.</a:t>
            </a:r>
            <a:endParaRPr b="1" sz="13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67" name="Google Shape;667;p34"/>
          <p:cNvSpPr txBox="1"/>
          <p:nvPr>
            <p:ph idx="6" type="subTitle"/>
          </p:nvPr>
        </p:nvSpPr>
        <p:spPr>
          <a:xfrm>
            <a:off x="5154229" y="1222375"/>
            <a:ext cx="16566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Conclusiones</a:t>
            </a:r>
            <a:endParaRPr sz="1300"/>
          </a:p>
        </p:txBody>
      </p:sp>
      <p:cxnSp>
        <p:nvCxnSpPr>
          <p:cNvPr id="668" name="Google Shape;668;p34"/>
          <p:cNvCxnSpPr/>
          <p:nvPr/>
        </p:nvCxnSpPr>
        <p:spPr>
          <a:xfrm>
            <a:off x="4565092" y="1146900"/>
            <a:ext cx="2700" cy="32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34"/>
          <p:cNvSpPr txBox="1"/>
          <p:nvPr/>
        </p:nvSpPr>
        <p:spPr>
          <a:xfrm>
            <a:off x="1122114" y="1608300"/>
            <a:ext cx="3098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✔ 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Intent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-"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Data augmentation sintáctico para clases pequeñas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-"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Uso de Focal Loss en lugar de CrossEntropy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-"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Analizar embeddings para detectar solapamiento semántico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✔ </a:t>
            </a: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NER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-"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Focal Loss a nivel token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Medium"/>
              <a:buChar char="-"/>
            </a:pPr>
            <a:r>
              <a:rPr lang="en" sz="1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Post-procesamiento para evitar secuencias BIO inválidas</a:t>
            </a:r>
            <a:endParaRPr sz="12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grpSp>
        <p:nvGrpSpPr>
          <p:cNvPr id="670" name="Google Shape;670;p34"/>
          <p:cNvGrpSpPr/>
          <p:nvPr/>
        </p:nvGrpSpPr>
        <p:grpSpPr>
          <a:xfrm>
            <a:off x="685975" y="1222375"/>
            <a:ext cx="331700" cy="310450"/>
            <a:chOff x="2559238" y="2708250"/>
            <a:chExt cx="331700" cy="310450"/>
          </a:xfrm>
        </p:grpSpPr>
        <p:sp>
          <p:nvSpPr>
            <p:cNvPr id="671" name="Google Shape;671;p34"/>
            <p:cNvSpPr/>
            <p:nvPr/>
          </p:nvSpPr>
          <p:spPr>
            <a:xfrm>
              <a:off x="2559238" y="2980100"/>
              <a:ext cx="331700" cy="38600"/>
            </a:xfrm>
            <a:custGeom>
              <a:rect b="b" l="l" r="r" t="t"/>
              <a:pathLst>
                <a:path extrusionOk="0" h="1544" w="13268">
                  <a:moveTo>
                    <a:pt x="390" y="0"/>
                  </a:moveTo>
                  <a:cubicBezTo>
                    <a:pt x="178" y="0"/>
                    <a:pt x="0" y="178"/>
                    <a:pt x="0" y="391"/>
                  </a:cubicBezTo>
                  <a:lnTo>
                    <a:pt x="0" y="781"/>
                  </a:lnTo>
                  <a:cubicBezTo>
                    <a:pt x="0" y="1207"/>
                    <a:pt x="355" y="1544"/>
                    <a:pt x="781" y="1544"/>
                  </a:cubicBezTo>
                  <a:lnTo>
                    <a:pt x="12487" y="1544"/>
                  </a:lnTo>
                  <a:cubicBezTo>
                    <a:pt x="12913" y="1544"/>
                    <a:pt x="13250" y="1207"/>
                    <a:pt x="13268" y="781"/>
                  </a:cubicBezTo>
                  <a:lnTo>
                    <a:pt x="13268" y="391"/>
                  </a:lnTo>
                  <a:cubicBezTo>
                    <a:pt x="13268" y="178"/>
                    <a:pt x="13090" y="0"/>
                    <a:pt x="12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2696263" y="2708250"/>
              <a:ext cx="194675" cy="174975"/>
            </a:xfrm>
            <a:custGeom>
              <a:rect b="b" l="l" r="r" t="t"/>
              <a:pathLst>
                <a:path extrusionOk="0" h="6999" w="7787">
                  <a:moveTo>
                    <a:pt x="5836" y="1545"/>
                  </a:moveTo>
                  <a:cubicBezTo>
                    <a:pt x="6315" y="1580"/>
                    <a:pt x="6315" y="2289"/>
                    <a:pt x="5836" y="2325"/>
                  </a:cubicBezTo>
                  <a:lnTo>
                    <a:pt x="1951" y="2325"/>
                  </a:lnTo>
                  <a:cubicBezTo>
                    <a:pt x="1472" y="2289"/>
                    <a:pt x="1472" y="1580"/>
                    <a:pt x="1951" y="1545"/>
                  </a:cubicBezTo>
                  <a:close/>
                  <a:moveTo>
                    <a:pt x="4275" y="3105"/>
                  </a:moveTo>
                  <a:cubicBezTo>
                    <a:pt x="4789" y="3105"/>
                    <a:pt x="4789" y="3868"/>
                    <a:pt x="4275" y="3868"/>
                  </a:cubicBezTo>
                  <a:lnTo>
                    <a:pt x="1951" y="3868"/>
                  </a:lnTo>
                  <a:cubicBezTo>
                    <a:pt x="1437" y="3868"/>
                    <a:pt x="1437" y="3105"/>
                    <a:pt x="1951" y="3105"/>
                  </a:cubicBezTo>
                  <a:close/>
                  <a:moveTo>
                    <a:pt x="1140" y="1"/>
                  </a:moveTo>
                  <a:cubicBezTo>
                    <a:pt x="515" y="1"/>
                    <a:pt x="0" y="526"/>
                    <a:pt x="0" y="1154"/>
                  </a:cubicBezTo>
                  <a:lnTo>
                    <a:pt x="0" y="4312"/>
                  </a:lnTo>
                  <a:cubicBezTo>
                    <a:pt x="17" y="4939"/>
                    <a:pt x="514" y="5429"/>
                    <a:pt x="1138" y="5429"/>
                  </a:cubicBezTo>
                  <a:cubicBezTo>
                    <a:pt x="1149" y="5429"/>
                    <a:pt x="1160" y="5429"/>
                    <a:pt x="1171" y="5429"/>
                  </a:cubicBezTo>
                  <a:lnTo>
                    <a:pt x="1561" y="5429"/>
                  </a:lnTo>
                  <a:lnTo>
                    <a:pt x="1561" y="6600"/>
                  </a:lnTo>
                  <a:cubicBezTo>
                    <a:pt x="1561" y="6759"/>
                    <a:pt x="1650" y="6901"/>
                    <a:pt x="1791" y="6954"/>
                  </a:cubicBezTo>
                  <a:cubicBezTo>
                    <a:pt x="1854" y="6985"/>
                    <a:pt x="1909" y="6999"/>
                    <a:pt x="1960" y="6999"/>
                  </a:cubicBezTo>
                  <a:cubicBezTo>
                    <a:pt x="2112" y="6999"/>
                    <a:pt x="2222" y="6879"/>
                    <a:pt x="2341" y="6759"/>
                  </a:cubicBezTo>
                  <a:lnTo>
                    <a:pt x="3672" y="5429"/>
                  </a:lnTo>
                  <a:lnTo>
                    <a:pt x="6705" y="5429"/>
                  </a:lnTo>
                  <a:cubicBezTo>
                    <a:pt x="7308" y="5411"/>
                    <a:pt x="7787" y="4915"/>
                    <a:pt x="7787" y="4312"/>
                  </a:cubicBezTo>
                  <a:lnTo>
                    <a:pt x="7787" y="1154"/>
                  </a:lnTo>
                  <a:cubicBezTo>
                    <a:pt x="7787" y="516"/>
                    <a:pt x="7255" y="1"/>
                    <a:pt x="6616" y="1"/>
                  </a:cubicBezTo>
                  <a:lnTo>
                    <a:pt x="1171" y="1"/>
                  </a:lnTo>
                  <a:cubicBezTo>
                    <a:pt x="1160" y="1"/>
                    <a:pt x="1150" y="1"/>
                    <a:pt x="1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2578738" y="2785425"/>
              <a:ext cx="292700" cy="174750"/>
            </a:xfrm>
            <a:custGeom>
              <a:rect b="b" l="l" r="r" t="t"/>
              <a:pathLst>
                <a:path extrusionOk="0" h="6990" w="11708">
                  <a:moveTo>
                    <a:pt x="1171" y="1"/>
                  </a:moveTo>
                  <a:cubicBezTo>
                    <a:pt x="533" y="1"/>
                    <a:pt x="1" y="533"/>
                    <a:pt x="1" y="1171"/>
                  </a:cubicBezTo>
                  <a:lnTo>
                    <a:pt x="1" y="6989"/>
                  </a:lnTo>
                  <a:lnTo>
                    <a:pt x="11707" y="6989"/>
                  </a:lnTo>
                  <a:lnTo>
                    <a:pt x="11707" y="3122"/>
                  </a:lnTo>
                  <a:lnTo>
                    <a:pt x="8692" y="3122"/>
                  </a:lnTo>
                  <a:lnTo>
                    <a:pt x="7592" y="4204"/>
                  </a:lnTo>
                  <a:cubicBezTo>
                    <a:pt x="7303" y="4505"/>
                    <a:pt x="6998" y="4692"/>
                    <a:pt x="6660" y="4692"/>
                  </a:cubicBezTo>
                  <a:cubicBezTo>
                    <a:pt x="6499" y="4692"/>
                    <a:pt x="6332" y="4650"/>
                    <a:pt x="6155" y="4559"/>
                  </a:cubicBezTo>
                  <a:cubicBezTo>
                    <a:pt x="5748" y="4364"/>
                    <a:pt x="5481" y="3956"/>
                    <a:pt x="5499" y="3513"/>
                  </a:cubicBezTo>
                  <a:lnTo>
                    <a:pt x="5499" y="3069"/>
                  </a:lnTo>
                  <a:cubicBezTo>
                    <a:pt x="4595" y="2910"/>
                    <a:pt x="3938" y="2129"/>
                    <a:pt x="3938" y="1225"/>
                  </a:cubicBez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34"/>
          <p:cNvGrpSpPr/>
          <p:nvPr/>
        </p:nvGrpSpPr>
        <p:grpSpPr>
          <a:xfrm>
            <a:off x="4912363" y="1222375"/>
            <a:ext cx="332600" cy="331150"/>
            <a:chOff x="5585688" y="4126500"/>
            <a:chExt cx="332600" cy="331150"/>
          </a:xfrm>
        </p:grpSpPr>
        <p:sp>
          <p:nvSpPr>
            <p:cNvPr id="675" name="Google Shape;675;p34"/>
            <p:cNvSpPr/>
            <p:nvPr/>
          </p:nvSpPr>
          <p:spPr>
            <a:xfrm>
              <a:off x="5790113" y="4340550"/>
              <a:ext cx="68300" cy="58550"/>
            </a:xfrm>
            <a:custGeom>
              <a:rect b="b" l="l" r="r" t="t"/>
              <a:pathLst>
                <a:path extrusionOk="0" h="2342" w="2732">
                  <a:moveTo>
                    <a:pt x="1561" y="1"/>
                  </a:moveTo>
                  <a:cubicBezTo>
                    <a:pt x="514" y="1"/>
                    <a:pt x="0" y="1260"/>
                    <a:pt x="727" y="2005"/>
                  </a:cubicBezTo>
                  <a:cubicBezTo>
                    <a:pt x="965" y="2237"/>
                    <a:pt x="1256" y="2341"/>
                    <a:pt x="1542" y="2341"/>
                  </a:cubicBezTo>
                  <a:cubicBezTo>
                    <a:pt x="2149" y="2341"/>
                    <a:pt x="2732" y="1871"/>
                    <a:pt x="2732" y="1171"/>
                  </a:cubicBezTo>
                  <a:cubicBezTo>
                    <a:pt x="2732" y="533"/>
                    <a:pt x="2199" y="1"/>
                    <a:pt x="15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5819363" y="4262950"/>
              <a:ext cx="39050" cy="19550"/>
            </a:xfrm>
            <a:custGeom>
              <a:rect b="b" l="l" r="r" t="t"/>
              <a:pathLst>
                <a:path extrusionOk="0" h="782" w="1562">
                  <a:moveTo>
                    <a:pt x="1" y="1"/>
                  </a:moveTo>
                  <a:lnTo>
                    <a:pt x="1" y="781"/>
                  </a:lnTo>
                  <a:lnTo>
                    <a:pt x="1562" y="781"/>
                  </a:lnTo>
                  <a:lnTo>
                    <a:pt x="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5643763" y="4262950"/>
              <a:ext cx="117550" cy="19550"/>
            </a:xfrm>
            <a:custGeom>
              <a:rect b="b" l="l" r="r" t="t"/>
              <a:pathLst>
                <a:path extrusionOk="0" h="782" w="4702">
                  <a:moveTo>
                    <a:pt x="1" y="1"/>
                  </a:moveTo>
                  <a:lnTo>
                    <a:pt x="1" y="781"/>
                  </a:lnTo>
                  <a:lnTo>
                    <a:pt x="4701" y="781"/>
                  </a:lnTo>
                  <a:lnTo>
                    <a:pt x="4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5585688" y="4166275"/>
              <a:ext cx="331700" cy="291375"/>
            </a:xfrm>
            <a:custGeom>
              <a:rect b="b" l="l" r="r" t="t"/>
              <a:pathLst>
                <a:path extrusionOk="0" h="11655" w="13268">
                  <a:moveTo>
                    <a:pt x="7414" y="3105"/>
                  </a:moveTo>
                  <a:cubicBezTo>
                    <a:pt x="7627" y="3105"/>
                    <a:pt x="7787" y="3282"/>
                    <a:pt x="7787" y="3495"/>
                  </a:cubicBezTo>
                  <a:lnTo>
                    <a:pt x="7787" y="5038"/>
                  </a:lnTo>
                  <a:cubicBezTo>
                    <a:pt x="7787" y="5251"/>
                    <a:pt x="7627" y="5429"/>
                    <a:pt x="7414" y="5429"/>
                  </a:cubicBezTo>
                  <a:lnTo>
                    <a:pt x="1951" y="5429"/>
                  </a:lnTo>
                  <a:cubicBezTo>
                    <a:pt x="1721" y="5429"/>
                    <a:pt x="1561" y="5251"/>
                    <a:pt x="1561" y="5038"/>
                  </a:cubicBezTo>
                  <a:lnTo>
                    <a:pt x="1561" y="3495"/>
                  </a:lnTo>
                  <a:cubicBezTo>
                    <a:pt x="1561" y="3282"/>
                    <a:pt x="1721" y="3105"/>
                    <a:pt x="1933" y="3105"/>
                  </a:cubicBezTo>
                  <a:close/>
                  <a:moveTo>
                    <a:pt x="11299" y="3105"/>
                  </a:moveTo>
                  <a:cubicBezTo>
                    <a:pt x="11512" y="3105"/>
                    <a:pt x="11671" y="3282"/>
                    <a:pt x="11671" y="3495"/>
                  </a:cubicBezTo>
                  <a:lnTo>
                    <a:pt x="11671" y="5038"/>
                  </a:lnTo>
                  <a:cubicBezTo>
                    <a:pt x="11671" y="5251"/>
                    <a:pt x="11512" y="5429"/>
                    <a:pt x="11299" y="5429"/>
                  </a:cubicBezTo>
                  <a:lnTo>
                    <a:pt x="8958" y="5429"/>
                  </a:lnTo>
                  <a:cubicBezTo>
                    <a:pt x="8745" y="5429"/>
                    <a:pt x="8567" y="5251"/>
                    <a:pt x="8567" y="5038"/>
                  </a:cubicBezTo>
                  <a:lnTo>
                    <a:pt x="8567" y="3495"/>
                  </a:lnTo>
                  <a:cubicBezTo>
                    <a:pt x="8567" y="3282"/>
                    <a:pt x="8745" y="3105"/>
                    <a:pt x="8958" y="3105"/>
                  </a:cubicBezTo>
                  <a:close/>
                  <a:moveTo>
                    <a:pt x="3494" y="6240"/>
                  </a:moveTo>
                  <a:cubicBezTo>
                    <a:pt x="3681" y="6240"/>
                    <a:pt x="3867" y="6360"/>
                    <a:pt x="3885" y="6599"/>
                  </a:cubicBezTo>
                  <a:lnTo>
                    <a:pt x="3885" y="9703"/>
                  </a:lnTo>
                  <a:cubicBezTo>
                    <a:pt x="3867" y="9943"/>
                    <a:pt x="3681" y="10062"/>
                    <a:pt x="3494" y="10062"/>
                  </a:cubicBezTo>
                  <a:cubicBezTo>
                    <a:pt x="3308" y="10062"/>
                    <a:pt x="3122" y="9943"/>
                    <a:pt x="3104" y="9703"/>
                  </a:cubicBezTo>
                  <a:lnTo>
                    <a:pt x="3104" y="6599"/>
                  </a:lnTo>
                  <a:cubicBezTo>
                    <a:pt x="3122" y="6360"/>
                    <a:pt x="3308" y="6240"/>
                    <a:pt x="3494" y="6240"/>
                  </a:cubicBezTo>
                  <a:close/>
                  <a:moveTo>
                    <a:pt x="5046" y="6240"/>
                  </a:moveTo>
                  <a:cubicBezTo>
                    <a:pt x="5228" y="6240"/>
                    <a:pt x="5410" y="6360"/>
                    <a:pt x="5428" y="6599"/>
                  </a:cubicBezTo>
                  <a:lnTo>
                    <a:pt x="5428" y="9703"/>
                  </a:lnTo>
                  <a:cubicBezTo>
                    <a:pt x="5410" y="9943"/>
                    <a:pt x="5228" y="10062"/>
                    <a:pt x="5046" y="10062"/>
                  </a:cubicBezTo>
                  <a:cubicBezTo>
                    <a:pt x="4865" y="10062"/>
                    <a:pt x="4683" y="9943"/>
                    <a:pt x="4665" y="9703"/>
                  </a:cubicBezTo>
                  <a:lnTo>
                    <a:pt x="4665" y="6599"/>
                  </a:lnTo>
                  <a:cubicBezTo>
                    <a:pt x="4683" y="6360"/>
                    <a:pt x="4865" y="6240"/>
                    <a:pt x="5046" y="6240"/>
                  </a:cubicBezTo>
                  <a:close/>
                  <a:moveTo>
                    <a:pt x="9712" y="6187"/>
                  </a:moveTo>
                  <a:cubicBezTo>
                    <a:pt x="10712" y="6187"/>
                    <a:pt x="11671" y="6965"/>
                    <a:pt x="11671" y="8142"/>
                  </a:cubicBezTo>
                  <a:cubicBezTo>
                    <a:pt x="11671" y="9207"/>
                    <a:pt x="10802" y="10076"/>
                    <a:pt x="9738" y="10076"/>
                  </a:cubicBezTo>
                  <a:cubicBezTo>
                    <a:pt x="8000" y="10076"/>
                    <a:pt x="7131" y="7983"/>
                    <a:pt x="8354" y="6759"/>
                  </a:cubicBezTo>
                  <a:cubicBezTo>
                    <a:pt x="8750" y="6364"/>
                    <a:pt x="9235" y="6187"/>
                    <a:pt x="9712" y="6187"/>
                  </a:cubicBezTo>
                  <a:close/>
                  <a:moveTo>
                    <a:pt x="1942" y="6213"/>
                  </a:moveTo>
                  <a:cubicBezTo>
                    <a:pt x="2133" y="6213"/>
                    <a:pt x="2324" y="6342"/>
                    <a:pt x="2324" y="6599"/>
                  </a:cubicBezTo>
                  <a:lnTo>
                    <a:pt x="2324" y="9703"/>
                  </a:lnTo>
                  <a:cubicBezTo>
                    <a:pt x="2324" y="9960"/>
                    <a:pt x="2133" y="10089"/>
                    <a:pt x="1942" y="10089"/>
                  </a:cubicBezTo>
                  <a:cubicBezTo>
                    <a:pt x="1752" y="10089"/>
                    <a:pt x="1561" y="9960"/>
                    <a:pt x="1561" y="9703"/>
                  </a:cubicBezTo>
                  <a:lnTo>
                    <a:pt x="1561" y="6599"/>
                  </a:lnTo>
                  <a:cubicBezTo>
                    <a:pt x="1561" y="6342"/>
                    <a:pt x="1752" y="6213"/>
                    <a:pt x="1942" y="6213"/>
                  </a:cubicBezTo>
                  <a:close/>
                  <a:moveTo>
                    <a:pt x="6625" y="6213"/>
                  </a:moveTo>
                  <a:cubicBezTo>
                    <a:pt x="6816" y="6213"/>
                    <a:pt x="7006" y="6342"/>
                    <a:pt x="7006" y="6599"/>
                  </a:cubicBezTo>
                  <a:lnTo>
                    <a:pt x="7006" y="9703"/>
                  </a:lnTo>
                  <a:cubicBezTo>
                    <a:pt x="7006" y="9960"/>
                    <a:pt x="6816" y="10089"/>
                    <a:pt x="6625" y="10089"/>
                  </a:cubicBezTo>
                  <a:cubicBezTo>
                    <a:pt x="6434" y="10089"/>
                    <a:pt x="6244" y="9960"/>
                    <a:pt x="6244" y="9703"/>
                  </a:cubicBezTo>
                  <a:lnTo>
                    <a:pt x="6244" y="6599"/>
                  </a:lnTo>
                  <a:cubicBezTo>
                    <a:pt x="6244" y="6342"/>
                    <a:pt x="6434" y="6213"/>
                    <a:pt x="6625" y="6213"/>
                  </a:cubicBezTo>
                  <a:close/>
                  <a:moveTo>
                    <a:pt x="2716" y="1"/>
                  </a:moveTo>
                  <a:cubicBezTo>
                    <a:pt x="2151" y="1"/>
                    <a:pt x="1588" y="373"/>
                    <a:pt x="1561" y="1118"/>
                  </a:cubicBezTo>
                  <a:lnTo>
                    <a:pt x="1561" y="1544"/>
                  </a:lnTo>
                  <a:lnTo>
                    <a:pt x="1171" y="1544"/>
                  </a:lnTo>
                  <a:cubicBezTo>
                    <a:pt x="514" y="1544"/>
                    <a:pt x="0" y="2058"/>
                    <a:pt x="0" y="2697"/>
                  </a:cubicBezTo>
                  <a:lnTo>
                    <a:pt x="0" y="10501"/>
                  </a:lnTo>
                  <a:cubicBezTo>
                    <a:pt x="0" y="11140"/>
                    <a:pt x="514" y="11654"/>
                    <a:pt x="1171" y="11654"/>
                  </a:cubicBezTo>
                  <a:lnTo>
                    <a:pt x="12062" y="11654"/>
                  </a:lnTo>
                  <a:cubicBezTo>
                    <a:pt x="12072" y="11655"/>
                    <a:pt x="12083" y="11655"/>
                    <a:pt x="12093" y="11655"/>
                  </a:cubicBezTo>
                  <a:cubicBezTo>
                    <a:pt x="12735" y="11655"/>
                    <a:pt x="13250" y="11130"/>
                    <a:pt x="13268" y="10501"/>
                  </a:cubicBezTo>
                  <a:lnTo>
                    <a:pt x="13268" y="2697"/>
                  </a:lnTo>
                  <a:cubicBezTo>
                    <a:pt x="13250" y="2058"/>
                    <a:pt x="12718" y="1544"/>
                    <a:pt x="12062" y="1544"/>
                  </a:cubicBezTo>
                  <a:lnTo>
                    <a:pt x="3885" y="1544"/>
                  </a:lnTo>
                  <a:lnTo>
                    <a:pt x="3885" y="1118"/>
                  </a:lnTo>
                  <a:cubicBezTo>
                    <a:pt x="3849" y="373"/>
                    <a:pt x="3282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5697863" y="4126500"/>
              <a:ext cx="220425" cy="66850"/>
            </a:xfrm>
            <a:custGeom>
              <a:rect b="b" l="l" r="r" t="t"/>
              <a:pathLst>
                <a:path extrusionOk="0" h="2674" w="8817">
                  <a:moveTo>
                    <a:pt x="8394" y="1"/>
                  </a:moveTo>
                  <a:cubicBezTo>
                    <a:pt x="8363" y="1"/>
                    <a:pt x="8332" y="5"/>
                    <a:pt x="8302" y="13"/>
                  </a:cubicBezTo>
                  <a:lnTo>
                    <a:pt x="1" y="1911"/>
                  </a:lnTo>
                  <a:cubicBezTo>
                    <a:pt x="107" y="2142"/>
                    <a:pt x="160" y="2408"/>
                    <a:pt x="178" y="2674"/>
                  </a:cubicBezTo>
                  <a:lnTo>
                    <a:pt x="8479" y="758"/>
                  </a:lnTo>
                  <a:cubicBezTo>
                    <a:pt x="8674" y="723"/>
                    <a:pt x="8816" y="510"/>
                    <a:pt x="8763" y="297"/>
                  </a:cubicBezTo>
                  <a:cubicBezTo>
                    <a:pt x="8718" y="117"/>
                    <a:pt x="8559" y="1"/>
                    <a:pt x="8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35"/>
          <p:cNvGrpSpPr/>
          <p:nvPr/>
        </p:nvGrpSpPr>
        <p:grpSpPr>
          <a:xfrm>
            <a:off x="8074800" y="478438"/>
            <a:ext cx="609850" cy="122100"/>
            <a:chOff x="713263" y="1493888"/>
            <a:chExt cx="609850" cy="122100"/>
          </a:xfrm>
        </p:grpSpPr>
        <p:sp>
          <p:nvSpPr>
            <p:cNvPr id="685" name="Google Shape;685;p35"/>
            <p:cNvSpPr/>
            <p:nvPr/>
          </p:nvSpPr>
          <p:spPr>
            <a:xfrm>
              <a:off x="71326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686" name="Google Shape;686;p35"/>
            <p:cNvSpPr/>
            <p:nvPr/>
          </p:nvSpPr>
          <p:spPr>
            <a:xfrm>
              <a:off x="957138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  <p:sp>
          <p:nvSpPr>
            <p:cNvPr id="687" name="Google Shape;687;p35"/>
            <p:cNvSpPr/>
            <p:nvPr/>
          </p:nvSpPr>
          <p:spPr>
            <a:xfrm>
              <a:off x="1201013" y="1493888"/>
              <a:ext cx="122100" cy="122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tamaran Medium"/>
                <a:ea typeface="Catamaran Medium"/>
                <a:cs typeface="Catamaran Medium"/>
                <a:sym typeface="Catamaran Medium"/>
              </a:endParaRPr>
            </a:p>
          </p:txBody>
        </p:sp>
      </p:grpSp>
      <p:cxnSp>
        <p:nvCxnSpPr>
          <p:cNvPr id="688" name="Google Shape;688;p35"/>
          <p:cNvCxnSpPr/>
          <p:nvPr/>
        </p:nvCxnSpPr>
        <p:spPr>
          <a:xfrm>
            <a:off x="428250" y="351050"/>
            <a:ext cx="828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9" name="Google Shape;689;p35"/>
          <p:cNvGrpSpPr/>
          <p:nvPr/>
        </p:nvGrpSpPr>
        <p:grpSpPr>
          <a:xfrm>
            <a:off x="1042352" y="1335518"/>
            <a:ext cx="3330586" cy="2401747"/>
            <a:chOff x="221702" y="1335518"/>
            <a:chExt cx="3330586" cy="2401747"/>
          </a:xfrm>
        </p:grpSpPr>
        <p:grpSp>
          <p:nvGrpSpPr>
            <p:cNvPr id="690" name="Google Shape;690;p35"/>
            <p:cNvGrpSpPr/>
            <p:nvPr/>
          </p:nvGrpSpPr>
          <p:grpSpPr>
            <a:xfrm>
              <a:off x="221702" y="1335518"/>
              <a:ext cx="3330586" cy="2401747"/>
              <a:chOff x="528175" y="2834625"/>
              <a:chExt cx="2002758" cy="1444226"/>
            </a:xfrm>
          </p:grpSpPr>
          <p:sp>
            <p:nvSpPr>
              <p:cNvPr id="691" name="Google Shape;691;p35"/>
              <p:cNvSpPr/>
              <p:nvPr/>
            </p:nvSpPr>
            <p:spPr>
              <a:xfrm>
                <a:off x="1331109" y="3996199"/>
                <a:ext cx="453938" cy="161993"/>
              </a:xfrm>
              <a:custGeom>
                <a:rect b="b" l="l" r="r" t="t"/>
                <a:pathLst>
                  <a:path extrusionOk="0" h="1360" w="3811">
                    <a:moveTo>
                      <a:pt x="107" y="1"/>
                    </a:moveTo>
                    <a:lnTo>
                      <a:pt x="1" y="907"/>
                    </a:lnTo>
                    <a:cubicBezTo>
                      <a:pt x="214" y="960"/>
                      <a:pt x="427" y="1013"/>
                      <a:pt x="613" y="1067"/>
                    </a:cubicBezTo>
                    <a:cubicBezTo>
                      <a:pt x="937" y="1123"/>
                      <a:pt x="1213" y="1138"/>
                      <a:pt x="1471" y="1138"/>
                    </a:cubicBezTo>
                    <a:cubicBezTo>
                      <a:pt x="1758" y="1138"/>
                      <a:pt x="2021" y="1120"/>
                      <a:pt x="2299" y="1120"/>
                    </a:cubicBezTo>
                    <a:cubicBezTo>
                      <a:pt x="2594" y="1120"/>
                      <a:pt x="2905" y="1140"/>
                      <a:pt x="3278" y="1226"/>
                    </a:cubicBezTo>
                    <a:cubicBezTo>
                      <a:pt x="3438" y="1253"/>
                      <a:pt x="3598" y="1306"/>
                      <a:pt x="3758" y="1360"/>
                    </a:cubicBezTo>
                    <a:lnTo>
                      <a:pt x="3811" y="1013"/>
                    </a:lnTo>
                    <a:cubicBezTo>
                      <a:pt x="2932" y="507"/>
                      <a:pt x="1946" y="187"/>
                      <a:pt x="933" y="54"/>
                    </a:cubicBezTo>
                    <a:cubicBezTo>
                      <a:pt x="667" y="27"/>
                      <a:pt x="400" y="1"/>
                      <a:pt x="107" y="1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35"/>
              <p:cNvSpPr/>
              <p:nvPr/>
            </p:nvSpPr>
            <p:spPr>
              <a:xfrm>
                <a:off x="1147081" y="3658637"/>
                <a:ext cx="279438" cy="461442"/>
              </a:xfrm>
              <a:custGeom>
                <a:rect b="b" l="l" r="r" t="t"/>
                <a:pathLst>
                  <a:path extrusionOk="0" h="3874" w="2346">
                    <a:moveTo>
                      <a:pt x="600" y="0"/>
                    </a:moveTo>
                    <a:cubicBezTo>
                      <a:pt x="560" y="0"/>
                      <a:pt x="520" y="4"/>
                      <a:pt x="480" y="10"/>
                    </a:cubicBezTo>
                    <a:cubicBezTo>
                      <a:pt x="240" y="64"/>
                      <a:pt x="53" y="250"/>
                      <a:pt x="0" y="490"/>
                    </a:cubicBezTo>
                    <a:cubicBezTo>
                      <a:pt x="53" y="836"/>
                      <a:pt x="160" y="1183"/>
                      <a:pt x="293" y="1529"/>
                    </a:cubicBezTo>
                    <a:cubicBezTo>
                      <a:pt x="586" y="2355"/>
                      <a:pt x="1013" y="3155"/>
                      <a:pt x="1546" y="3874"/>
                    </a:cubicBezTo>
                    <a:lnTo>
                      <a:pt x="2345" y="3101"/>
                    </a:lnTo>
                    <a:lnTo>
                      <a:pt x="959" y="90"/>
                    </a:lnTo>
                    <a:cubicBezTo>
                      <a:pt x="840" y="30"/>
                      <a:pt x="720" y="0"/>
                      <a:pt x="6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35"/>
              <p:cNvSpPr/>
              <p:nvPr/>
            </p:nvSpPr>
            <p:spPr>
              <a:xfrm>
                <a:off x="709106" y="3571686"/>
                <a:ext cx="507896" cy="691329"/>
              </a:xfrm>
              <a:custGeom>
                <a:rect b="b" l="l" r="r" t="t"/>
                <a:pathLst>
                  <a:path extrusionOk="0" h="5804" w="4264">
                    <a:moveTo>
                      <a:pt x="2958" y="1"/>
                    </a:moveTo>
                    <a:cubicBezTo>
                      <a:pt x="2911" y="1"/>
                      <a:pt x="2864" y="8"/>
                      <a:pt x="2825" y="21"/>
                    </a:cubicBezTo>
                    <a:cubicBezTo>
                      <a:pt x="2736" y="21"/>
                      <a:pt x="2635" y="9"/>
                      <a:pt x="2554" y="9"/>
                    </a:cubicBezTo>
                    <a:cubicBezTo>
                      <a:pt x="2514" y="9"/>
                      <a:pt x="2478" y="12"/>
                      <a:pt x="2451" y="21"/>
                    </a:cubicBezTo>
                    <a:lnTo>
                      <a:pt x="2292" y="21"/>
                    </a:lnTo>
                    <a:cubicBezTo>
                      <a:pt x="2132" y="48"/>
                      <a:pt x="1972" y="74"/>
                      <a:pt x="1812" y="154"/>
                    </a:cubicBezTo>
                    <a:lnTo>
                      <a:pt x="1679" y="207"/>
                    </a:lnTo>
                    <a:lnTo>
                      <a:pt x="1652" y="207"/>
                    </a:lnTo>
                    <a:cubicBezTo>
                      <a:pt x="1599" y="207"/>
                      <a:pt x="1546" y="234"/>
                      <a:pt x="1492" y="234"/>
                    </a:cubicBezTo>
                    <a:cubicBezTo>
                      <a:pt x="1439" y="261"/>
                      <a:pt x="1386" y="261"/>
                      <a:pt x="1306" y="261"/>
                    </a:cubicBezTo>
                    <a:lnTo>
                      <a:pt x="693" y="261"/>
                    </a:lnTo>
                    <a:cubicBezTo>
                      <a:pt x="586" y="261"/>
                      <a:pt x="480" y="287"/>
                      <a:pt x="400" y="341"/>
                    </a:cubicBezTo>
                    <a:cubicBezTo>
                      <a:pt x="373" y="367"/>
                      <a:pt x="320" y="394"/>
                      <a:pt x="293" y="421"/>
                    </a:cubicBezTo>
                    <a:cubicBezTo>
                      <a:pt x="213" y="474"/>
                      <a:pt x="160" y="554"/>
                      <a:pt x="133" y="660"/>
                    </a:cubicBezTo>
                    <a:cubicBezTo>
                      <a:pt x="80" y="767"/>
                      <a:pt x="27" y="874"/>
                      <a:pt x="0" y="980"/>
                    </a:cubicBezTo>
                    <a:cubicBezTo>
                      <a:pt x="53" y="1140"/>
                      <a:pt x="107" y="1273"/>
                      <a:pt x="160" y="1433"/>
                    </a:cubicBezTo>
                    <a:lnTo>
                      <a:pt x="187" y="1513"/>
                    </a:lnTo>
                    <a:cubicBezTo>
                      <a:pt x="267" y="1753"/>
                      <a:pt x="346" y="1966"/>
                      <a:pt x="426" y="2206"/>
                    </a:cubicBezTo>
                    <a:cubicBezTo>
                      <a:pt x="453" y="2312"/>
                      <a:pt x="506" y="2419"/>
                      <a:pt x="506" y="2472"/>
                    </a:cubicBezTo>
                    <a:cubicBezTo>
                      <a:pt x="533" y="2526"/>
                      <a:pt x="560" y="2579"/>
                      <a:pt x="586" y="2659"/>
                    </a:cubicBezTo>
                    <a:cubicBezTo>
                      <a:pt x="613" y="2712"/>
                      <a:pt x="640" y="2792"/>
                      <a:pt x="666" y="2872"/>
                    </a:cubicBezTo>
                    <a:cubicBezTo>
                      <a:pt x="666" y="2872"/>
                      <a:pt x="693" y="2899"/>
                      <a:pt x="693" y="2952"/>
                    </a:cubicBezTo>
                    <a:cubicBezTo>
                      <a:pt x="933" y="3618"/>
                      <a:pt x="1199" y="4258"/>
                      <a:pt x="1466" y="4870"/>
                    </a:cubicBezTo>
                    <a:cubicBezTo>
                      <a:pt x="1359" y="4950"/>
                      <a:pt x="1279" y="5030"/>
                      <a:pt x="1199" y="5137"/>
                    </a:cubicBezTo>
                    <a:lnTo>
                      <a:pt x="1172" y="5164"/>
                    </a:lnTo>
                    <a:cubicBezTo>
                      <a:pt x="959" y="5350"/>
                      <a:pt x="799" y="5563"/>
                      <a:pt x="640" y="5803"/>
                    </a:cubicBezTo>
                    <a:lnTo>
                      <a:pt x="4077" y="5803"/>
                    </a:lnTo>
                    <a:cubicBezTo>
                      <a:pt x="4050" y="5723"/>
                      <a:pt x="4050" y="5723"/>
                      <a:pt x="3997" y="5617"/>
                    </a:cubicBezTo>
                    <a:cubicBezTo>
                      <a:pt x="3970" y="5537"/>
                      <a:pt x="3944" y="5510"/>
                      <a:pt x="3944" y="5483"/>
                    </a:cubicBezTo>
                    <a:cubicBezTo>
                      <a:pt x="3917" y="5457"/>
                      <a:pt x="3917" y="5430"/>
                      <a:pt x="3890" y="5403"/>
                    </a:cubicBezTo>
                    <a:cubicBezTo>
                      <a:pt x="3864" y="5323"/>
                      <a:pt x="3837" y="5243"/>
                      <a:pt x="3837" y="5164"/>
                    </a:cubicBezTo>
                    <a:cubicBezTo>
                      <a:pt x="3810" y="4870"/>
                      <a:pt x="3810" y="4551"/>
                      <a:pt x="3864" y="4284"/>
                    </a:cubicBezTo>
                    <a:cubicBezTo>
                      <a:pt x="3890" y="4124"/>
                      <a:pt x="3917" y="3964"/>
                      <a:pt x="3944" y="3831"/>
                    </a:cubicBezTo>
                    <a:cubicBezTo>
                      <a:pt x="3944" y="3698"/>
                      <a:pt x="3970" y="3565"/>
                      <a:pt x="3970" y="3432"/>
                    </a:cubicBezTo>
                    <a:cubicBezTo>
                      <a:pt x="3997" y="3245"/>
                      <a:pt x="4024" y="3032"/>
                      <a:pt x="4024" y="2845"/>
                    </a:cubicBezTo>
                    <a:cubicBezTo>
                      <a:pt x="4050" y="2712"/>
                      <a:pt x="4050" y="2606"/>
                      <a:pt x="4050" y="2499"/>
                    </a:cubicBezTo>
                    <a:cubicBezTo>
                      <a:pt x="4077" y="2126"/>
                      <a:pt x="4130" y="1753"/>
                      <a:pt x="4210" y="1380"/>
                    </a:cubicBezTo>
                    <a:cubicBezTo>
                      <a:pt x="4210" y="1353"/>
                      <a:pt x="4210" y="1327"/>
                      <a:pt x="4210" y="1300"/>
                    </a:cubicBezTo>
                    <a:cubicBezTo>
                      <a:pt x="4237" y="1247"/>
                      <a:pt x="4237" y="1167"/>
                      <a:pt x="4237" y="1113"/>
                    </a:cubicBezTo>
                    <a:cubicBezTo>
                      <a:pt x="4263" y="954"/>
                      <a:pt x="4263" y="820"/>
                      <a:pt x="4237" y="660"/>
                    </a:cubicBezTo>
                    <a:cubicBezTo>
                      <a:pt x="4210" y="554"/>
                      <a:pt x="4157" y="421"/>
                      <a:pt x="4104" y="341"/>
                    </a:cubicBezTo>
                    <a:cubicBezTo>
                      <a:pt x="4077" y="314"/>
                      <a:pt x="4050" y="287"/>
                      <a:pt x="4024" y="287"/>
                    </a:cubicBezTo>
                    <a:lnTo>
                      <a:pt x="3970" y="261"/>
                    </a:lnTo>
                    <a:cubicBezTo>
                      <a:pt x="3944" y="261"/>
                      <a:pt x="3917" y="234"/>
                      <a:pt x="3890" y="234"/>
                    </a:cubicBezTo>
                    <a:lnTo>
                      <a:pt x="3810" y="207"/>
                    </a:lnTo>
                    <a:lnTo>
                      <a:pt x="3757" y="207"/>
                    </a:lnTo>
                    <a:lnTo>
                      <a:pt x="3544" y="181"/>
                    </a:lnTo>
                    <a:cubicBezTo>
                      <a:pt x="3491" y="154"/>
                      <a:pt x="3437" y="154"/>
                      <a:pt x="3384" y="127"/>
                    </a:cubicBezTo>
                    <a:cubicBezTo>
                      <a:pt x="3357" y="127"/>
                      <a:pt x="3331" y="127"/>
                      <a:pt x="3304" y="101"/>
                    </a:cubicBezTo>
                    <a:lnTo>
                      <a:pt x="3251" y="74"/>
                    </a:lnTo>
                    <a:cubicBezTo>
                      <a:pt x="3224" y="74"/>
                      <a:pt x="3224" y="74"/>
                      <a:pt x="3198" y="48"/>
                    </a:cubicBezTo>
                    <a:lnTo>
                      <a:pt x="3144" y="21"/>
                    </a:lnTo>
                    <a:lnTo>
                      <a:pt x="3091" y="21"/>
                    </a:lnTo>
                    <a:cubicBezTo>
                      <a:pt x="3051" y="8"/>
                      <a:pt x="3004" y="1"/>
                      <a:pt x="2958" y="1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5"/>
              <p:cNvSpPr/>
              <p:nvPr/>
            </p:nvSpPr>
            <p:spPr>
              <a:xfrm>
                <a:off x="1070849" y="3720099"/>
                <a:ext cx="177835" cy="153179"/>
              </a:xfrm>
              <a:custGeom>
                <a:rect b="b" l="l" r="r" t="t"/>
                <a:pathLst>
                  <a:path extrusionOk="0" h="1286" w="1493">
                    <a:moveTo>
                      <a:pt x="827" y="1"/>
                    </a:moveTo>
                    <a:cubicBezTo>
                      <a:pt x="294" y="1"/>
                      <a:pt x="1" y="613"/>
                      <a:pt x="320" y="1040"/>
                    </a:cubicBezTo>
                    <a:cubicBezTo>
                      <a:pt x="447" y="1208"/>
                      <a:pt x="628" y="1285"/>
                      <a:pt x="808" y="1285"/>
                    </a:cubicBezTo>
                    <a:cubicBezTo>
                      <a:pt x="1084" y="1285"/>
                      <a:pt x="1359" y="1106"/>
                      <a:pt x="1440" y="800"/>
                    </a:cubicBezTo>
                    <a:cubicBezTo>
                      <a:pt x="1493" y="400"/>
                      <a:pt x="1226" y="54"/>
                      <a:pt x="827" y="1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5"/>
              <p:cNvSpPr/>
              <p:nvPr/>
            </p:nvSpPr>
            <p:spPr>
              <a:xfrm>
                <a:off x="918505" y="3713786"/>
                <a:ext cx="161993" cy="203206"/>
              </a:xfrm>
              <a:custGeom>
                <a:rect b="b" l="l" r="r" t="t"/>
                <a:pathLst>
                  <a:path extrusionOk="0" h="1706" w="1360">
                    <a:moveTo>
                      <a:pt x="667" y="0"/>
                    </a:moveTo>
                    <a:cubicBezTo>
                      <a:pt x="294" y="0"/>
                      <a:pt x="1" y="373"/>
                      <a:pt x="1" y="853"/>
                    </a:cubicBezTo>
                    <a:cubicBezTo>
                      <a:pt x="1" y="1333"/>
                      <a:pt x="294" y="1706"/>
                      <a:pt x="667" y="1706"/>
                    </a:cubicBezTo>
                    <a:cubicBezTo>
                      <a:pt x="1067" y="1706"/>
                      <a:pt x="1360" y="1333"/>
                      <a:pt x="1360" y="853"/>
                    </a:cubicBezTo>
                    <a:cubicBezTo>
                      <a:pt x="1360" y="373"/>
                      <a:pt x="1067" y="0"/>
                      <a:pt x="667" y="0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5"/>
              <p:cNvSpPr/>
              <p:nvPr/>
            </p:nvSpPr>
            <p:spPr>
              <a:xfrm>
                <a:off x="712203" y="3339300"/>
                <a:ext cx="526954" cy="365080"/>
              </a:xfrm>
              <a:custGeom>
                <a:rect b="b" l="l" r="r" t="t"/>
                <a:pathLst>
                  <a:path extrusionOk="0" h="3065" w="4424">
                    <a:moveTo>
                      <a:pt x="1786" y="0"/>
                    </a:moveTo>
                    <a:lnTo>
                      <a:pt x="1786" y="746"/>
                    </a:lnTo>
                    <a:cubicBezTo>
                      <a:pt x="1786" y="1492"/>
                      <a:pt x="1573" y="1812"/>
                      <a:pt x="1360" y="1945"/>
                    </a:cubicBezTo>
                    <a:cubicBezTo>
                      <a:pt x="1040" y="2185"/>
                      <a:pt x="640" y="2025"/>
                      <a:pt x="294" y="2345"/>
                    </a:cubicBezTo>
                    <a:cubicBezTo>
                      <a:pt x="134" y="2505"/>
                      <a:pt x="27" y="2718"/>
                      <a:pt x="1" y="2931"/>
                    </a:cubicBezTo>
                    <a:lnTo>
                      <a:pt x="4211" y="3064"/>
                    </a:lnTo>
                    <a:lnTo>
                      <a:pt x="4424" y="3064"/>
                    </a:lnTo>
                    <a:cubicBezTo>
                      <a:pt x="4424" y="2851"/>
                      <a:pt x="4344" y="2638"/>
                      <a:pt x="4211" y="2478"/>
                    </a:cubicBezTo>
                    <a:cubicBezTo>
                      <a:pt x="4157" y="2425"/>
                      <a:pt x="4131" y="2372"/>
                      <a:pt x="4078" y="2345"/>
                    </a:cubicBezTo>
                    <a:cubicBezTo>
                      <a:pt x="3784" y="2158"/>
                      <a:pt x="3411" y="2238"/>
                      <a:pt x="3118" y="2025"/>
                    </a:cubicBezTo>
                    <a:cubicBezTo>
                      <a:pt x="2985" y="1892"/>
                      <a:pt x="2905" y="1759"/>
                      <a:pt x="2852" y="1572"/>
                    </a:cubicBezTo>
                    <a:cubicBezTo>
                      <a:pt x="2825" y="1492"/>
                      <a:pt x="2825" y="1412"/>
                      <a:pt x="2825" y="1332"/>
                    </a:cubicBezTo>
                    <a:cubicBezTo>
                      <a:pt x="2799" y="1146"/>
                      <a:pt x="2799" y="986"/>
                      <a:pt x="2825" y="799"/>
                    </a:cubicBezTo>
                    <a:cubicBezTo>
                      <a:pt x="2799" y="799"/>
                      <a:pt x="2799" y="773"/>
                      <a:pt x="2825" y="746"/>
                    </a:cubicBezTo>
                    <a:cubicBezTo>
                      <a:pt x="2692" y="693"/>
                      <a:pt x="2559" y="640"/>
                      <a:pt x="2452" y="586"/>
                    </a:cubicBezTo>
                    <a:cubicBezTo>
                      <a:pt x="2186" y="426"/>
                      <a:pt x="1972" y="240"/>
                      <a:pt x="1786" y="0"/>
                    </a:cubicBezTo>
                    <a:close/>
                  </a:path>
                </a:pathLst>
              </a:custGeom>
              <a:solidFill>
                <a:srgbClr val="8520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5"/>
              <p:cNvSpPr/>
              <p:nvPr/>
            </p:nvSpPr>
            <p:spPr>
              <a:xfrm>
                <a:off x="981992" y="3415412"/>
                <a:ext cx="69919" cy="111489"/>
              </a:xfrm>
              <a:custGeom>
                <a:rect b="b" l="l" r="r" t="t"/>
                <a:pathLst>
                  <a:path extrusionOk="0" h="936" w="587">
                    <a:moveTo>
                      <a:pt x="240" y="1"/>
                    </a:moveTo>
                    <a:cubicBezTo>
                      <a:pt x="81" y="81"/>
                      <a:pt x="1" y="240"/>
                      <a:pt x="1" y="427"/>
                    </a:cubicBezTo>
                    <a:cubicBezTo>
                      <a:pt x="26" y="705"/>
                      <a:pt x="267" y="935"/>
                      <a:pt x="542" y="935"/>
                    </a:cubicBezTo>
                    <a:cubicBezTo>
                      <a:pt x="557" y="935"/>
                      <a:pt x="572" y="935"/>
                      <a:pt x="587" y="933"/>
                    </a:cubicBezTo>
                    <a:cubicBezTo>
                      <a:pt x="587" y="853"/>
                      <a:pt x="560" y="773"/>
                      <a:pt x="560" y="667"/>
                    </a:cubicBezTo>
                    <a:cubicBezTo>
                      <a:pt x="560" y="507"/>
                      <a:pt x="560" y="320"/>
                      <a:pt x="560" y="160"/>
                    </a:cubicBezTo>
                    <a:cubicBezTo>
                      <a:pt x="454" y="107"/>
                      <a:pt x="347" y="54"/>
                      <a:pt x="2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35"/>
              <p:cNvSpPr/>
              <p:nvPr/>
            </p:nvSpPr>
            <p:spPr>
              <a:xfrm>
                <a:off x="880389" y="3116204"/>
                <a:ext cx="308025" cy="369130"/>
              </a:xfrm>
              <a:custGeom>
                <a:rect b="b" l="l" r="r" t="t"/>
                <a:pathLst>
                  <a:path extrusionOk="0" h="3099" w="2586">
                    <a:moveTo>
                      <a:pt x="1336" y="0"/>
                    </a:moveTo>
                    <a:cubicBezTo>
                      <a:pt x="1096" y="0"/>
                      <a:pt x="858" y="61"/>
                      <a:pt x="640" y="194"/>
                    </a:cubicBezTo>
                    <a:cubicBezTo>
                      <a:pt x="1" y="647"/>
                      <a:pt x="54" y="1713"/>
                      <a:pt x="374" y="2299"/>
                    </a:cubicBezTo>
                    <a:cubicBezTo>
                      <a:pt x="534" y="2593"/>
                      <a:pt x="774" y="2859"/>
                      <a:pt x="1093" y="3046"/>
                    </a:cubicBezTo>
                    <a:cubicBezTo>
                      <a:pt x="1147" y="3046"/>
                      <a:pt x="1173" y="3072"/>
                      <a:pt x="1227" y="3099"/>
                    </a:cubicBezTo>
                    <a:lnTo>
                      <a:pt x="1387" y="3099"/>
                    </a:lnTo>
                    <a:cubicBezTo>
                      <a:pt x="1626" y="3072"/>
                      <a:pt x="1946" y="2752"/>
                      <a:pt x="1973" y="2726"/>
                    </a:cubicBezTo>
                    <a:cubicBezTo>
                      <a:pt x="2106" y="2593"/>
                      <a:pt x="2213" y="2433"/>
                      <a:pt x="2266" y="2273"/>
                    </a:cubicBezTo>
                    <a:cubicBezTo>
                      <a:pt x="2292" y="2113"/>
                      <a:pt x="2266" y="2033"/>
                      <a:pt x="2346" y="1793"/>
                    </a:cubicBezTo>
                    <a:cubicBezTo>
                      <a:pt x="2372" y="1687"/>
                      <a:pt x="2399" y="1580"/>
                      <a:pt x="2452" y="1500"/>
                    </a:cubicBezTo>
                    <a:lnTo>
                      <a:pt x="2479" y="1394"/>
                    </a:lnTo>
                    <a:lnTo>
                      <a:pt x="2506" y="1287"/>
                    </a:lnTo>
                    <a:cubicBezTo>
                      <a:pt x="2586" y="1047"/>
                      <a:pt x="2559" y="781"/>
                      <a:pt x="2452" y="567"/>
                    </a:cubicBezTo>
                    <a:cubicBezTo>
                      <a:pt x="2346" y="381"/>
                      <a:pt x="2186" y="248"/>
                      <a:pt x="1999" y="141"/>
                    </a:cubicBezTo>
                    <a:cubicBezTo>
                      <a:pt x="1946" y="115"/>
                      <a:pt x="1893" y="88"/>
                      <a:pt x="1813" y="61"/>
                    </a:cubicBezTo>
                    <a:lnTo>
                      <a:pt x="1760" y="61"/>
                    </a:lnTo>
                    <a:cubicBezTo>
                      <a:pt x="1621" y="22"/>
                      <a:pt x="1478" y="0"/>
                      <a:pt x="1336" y="0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35"/>
              <p:cNvSpPr/>
              <p:nvPr/>
            </p:nvSpPr>
            <p:spPr>
              <a:xfrm>
                <a:off x="880389" y="3113822"/>
                <a:ext cx="308025" cy="368415"/>
              </a:xfrm>
              <a:custGeom>
                <a:rect b="b" l="l" r="r" t="t"/>
                <a:pathLst>
                  <a:path extrusionOk="0" h="3093" w="2586">
                    <a:moveTo>
                      <a:pt x="1369" y="0"/>
                    </a:moveTo>
                    <a:cubicBezTo>
                      <a:pt x="1118" y="0"/>
                      <a:pt x="868" y="65"/>
                      <a:pt x="640" y="188"/>
                    </a:cubicBezTo>
                    <a:cubicBezTo>
                      <a:pt x="1" y="641"/>
                      <a:pt x="54" y="1733"/>
                      <a:pt x="374" y="2293"/>
                    </a:cubicBezTo>
                    <a:cubicBezTo>
                      <a:pt x="534" y="2613"/>
                      <a:pt x="774" y="2879"/>
                      <a:pt x="1093" y="3039"/>
                    </a:cubicBezTo>
                    <a:cubicBezTo>
                      <a:pt x="1147" y="3066"/>
                      <a:pt x="1173" y="3092"/>
                      <a:pt x="1227" y="3092"/>
                    </a:cubicBezTo>
                    <a:lnTo>
                      <a:pt x="1387" y="3092"/>
                    </a:lnTo>
                    <a:cubicBezTo>
                      <a:pt x="1626" y="3092"/>
                      <a:pt x="1946" y="2772"/>
                      <a:pt x="1973" y="2746"/>
                    </a:cubicBezTo>
                    <a:cubicBezTo>
                      <a:pt x="2106" y="2613"/>
                      <a:pt x="2213" y="2453"/>
                      <a:pt x="2266" y="2266"/>
                    </a:cubicBezTo>
                    <a:cubicBezTo>
                      <a:pt x="2292" y="2106"/>
                      <a:pt x="2266" y="2053"/>
                      <a:pt x="2346" y="1787"/>
                    </a:cubicBezTo>
                    <a:cubicBezTo>
                      <a:pt x="2372" y="1707"/>
                      <a:pt x="2399" y="1600"/>
                      <a:pt x="2452" y="1520"/>
                    </a:cubicBezTo>
                    <a:cubicBezTo>
                      <a:pt x="2452" y="1467"/>
                      <a:pt x="2452" y="1440"/>
                      <a:pt x="2479" y="1387"/>
                    </a:cubicBezTo>
                    <a:cubicBezTo>
                      <a:pt x="2479" y="1360"/>
                      <a:pt x="2506" y="1334"/>
                      <a:pt x="2506" y="1280"/>
                    </a:cubicBezTo>
                    <a:cubicBezTo>
                      <a:pt x="2586" y="1040"/>
                      <a:pt x="2559" y="801"/>
                      <a:pt x="2452" y="561"/>
                    </a:cubicBezTo>
                    <a:cubicBezTo>
                      <a:pt x="2346" y="401"/>
                      <a:pt x="2186" y="241"/>
                      <a:pt x="1999" y="161"/>
                    </a:cubicBezTo>
                    <a:cubicBezTo>
                      <a:pt x="1946" y="135"/>
                      <a:pt x="1893" y="108"/>
                      <a:pt x="1813" y="81"/>
                    </a:cubicBezTo>
                    <a:lnTo>
                      <a:pt x="1760" y="55"/>
                    </a:lnTo>
                    <a:cubicBezTo>
                      <a:pt x="1632" y="18"/>
                      <a:pt x="1500" y="0"/>
                      <a:pt x="1369" y="0"/>
                    </a:cubicBezTo>
                    <a:close/>
                  </a:path>
                </a:pathLst>
              </a:custGeom>
              <a:solidFill>
                <a:srgbClr val="8520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5"/>
              <p:cNvSpPr/>
              <p:nvPr/>
            </p:nvSpPr>
            <p:spPr>
              <a:xfrm>
                <a:off x="880389" y="3266284"/>
                <a:ext cx="66822" cy="85761"/>
              </a:xfrm>
              <a:custGeom>
                <a:rect b="b" l="l" r="r" t="t"/>
                <a:pathLst>
                  <a:path extrusionOk="0" h="720" w="561">
                    <a:moveTo>
                      <a:pt x="241" y="0"/>
                    </a:moveTo>
                    <a:cubicBezTo>
                      <a:pt x="81" y="54"/>
                      <a:pt x="1" y="213"/>
                      <a:pt x="28" y="373"/>
                    </a:cubicBezTo>
                    <a:cubicBezTo>
                      <a:pt x="54" y="560"/>
                      <a:pt x="187" y="720"/>
                      <a:pt x="321" y="720"/>
                    </a:cubicBezTo>
                    <a:cubicBezTo>
                      <a:pt x="454" y="720"/>
                      <a:pt x="560" y="533"/>
                      <a:pt x="534" y="347"/>
                    </a:cubicBezTo>
                    <a:cubicBezTo>
                      <a:pt x="507" y="160"/>
                      <a:pt x="401" y="0"/>
                      <a:pt x="241" y="0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5"/>
              <p:cNvSpPr/>
              <p:nvPr/>
            </p:nvSpPr>
            <p:spPr>
              <a:xfrm>
                <a:off x="882891" y="3329414"/>
                <a:ext cx="51576" cy="25847"/>
              </a:xfrm>
              <a:custGeom>
                <a:rect b="b" l="l" r="r" t="t"/>
                <a:pathLst>
                  <a:path extrusionOk="0" h="217" w="433">
                    <a:moveTo>
                      <a:pt x="43" y="1"/>
                    </a:moveTo>
                    <a:cubicBezTo>
                      <a:pt x="18" y="1"/>
                      <a:pt x="0" y="24"/>
                      <a:pt x="33" y="56"/>
                    </a:cubicBezTo>
                    <a:cubicBezTo>
                      <a:pt x="60" y="163"/>
                      <a:pt x="166" y="216"/>
                      <a:pt x="273" y="216"/>
                    </a:cubicBezTo>
                    <a:lnTo>
                      <a:pt x="300" y="190"/>
                    </a:lnTo>
                    <a:cubicBezTo>
                      <a:pt x="353" y="190"/>
                      <a:pt x="380" y="190"/>
                      <a:pt x="433" y="136"/>
                    </a:cubicBezTo>
                    <a:cubicBezTo>
                      <a:pt x="433" y="136"/>
                      <a:pt x="433" y="110"/>
                      <a:pt x="433" y="83"/>
                    </a:cubicBezTo>
                    <a:lnTo>
                      <a:pt x="353" y="83"/>
                    </a:lnTo>
                    <a:cubicBezTo>
                      <a:pt x="326" y="110"/>
                      <a:pt x="300" y="136"/>
                      <a:pt x="273" y="136"/>
                    </a:cubicBezTo>
                    <a:cubicBezTo>
                      <a:pt x="193" y="136"/>
                      <a:pt x="140" y="83"/>
                      <a:pt x="87" y="30"/>
                    </a:cubicBezTo>
                    <a:cubicBezTo>
                      <a:pt x="76" y="9"/>
                      <a:pt x="58" y="1"/>
                      <a:pt x="43" y="1"/>
                    </a:cubicBezTo>
                    <a:close/>
                  </a:path>
                </a:pathLst>
              </a:custGeom>
              <a:solidFill>
                <a:srgbClr val="210B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5"/>
              <p:cNvSpPr/>
              <p:nvPr/>
            </p:nvSpPr>
            <p:spPr>
              <a:xfrm>
                <a:off x="877292" y="3310713"/>
                <a:ext cx="15961" cy="22274"/>
              </a:xfrm>
              <a:custGeom>
                <a:rect b="b" l="l" r="r" t="t"/>
                <a:pathLst>
                  <a:path extrusionOk="0" h="187" w="134">
                    <a:moveTo>
                      <a:pt x="27" y="0"/>
                    </a:moveTo>
                    <a:cubicBezTo>
                      <a:pt x="0" y="0"/>
                      <a:pt x="0" y="27"/>
                      <a:pt x="0" y="54"/>
                    </a:cubicBezTo>
                    <a:cubicBezTo>
                      <a:pt x="0" y="80"/>
                      <a:pt x="27" y="134"/>
                      <a:pt x="54" y="160"/>
                    </a:cubicBezTo>
                    <a:cubicBezTo>
                      <a:pt x="54" y="187"/>
                      <a:pt x="54" y="187"/>
                      <a:pt x="80" y="187"/>
                    </a:cubicBezTo>
                    <a:lnTo>
                      <a:pt x="107" y="187"/>
                    </a:lnTo>
                    <a:cubicBezTo>
                      <a:pt x="107" y="187"/>
                      <a:pt x="134" y="160"/>
                      <a:pt x="107" y="134"/>
                    </a:cubicBezTo>
                    <a:cubicBezTo>
                      <a:pt x="107" y="107"/>
                      <a:pt x="80" y="54"/>
                      <a:pt x="80" y="27"/>
                    </a:cubicBezTo>
                    <a:cubicBezTo>
                      <a:pt x="80" y="0"/>
                      <a:pt x="54" y="0"/>
                      <a:pt x="27" y="0"/>
                    </a:cubicBezTo>
                    <a:close/>
                  </a:path>
                </a:pathLst>
              </a:custGeom>
              <a:solidFill>
                <a:srgbClr val="210B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5"/>
              <p:cNvSpPr/>
              <p:nvPr/>
            </p:nvSpPr>
            <p:spPr>
              <a:xfrm>
                <a:off x="874076" y="3260686"/>
                <a:ext cx="54077" cy="50146"/>
              </a:xfrm>
              <a:custGeom>
                <a:rect b="b" l="l" r="r" t="t"/>
                <a:pathLst>
                  <a:path extrusionOk="0" h="421" w="454">
                    <a:moveTo>
                      <a:pt x="347" y="1"/>
                    </a:moveTo>
                    <a:cubicBezTo>
                      <a:pt x="327" y="1"/>
                      <a:pt x="307" y="7"/>
                      <a:pt x="294" y="21"/>
                    </a:cubicBezTo>
                    <a:cubicBezTo>
                      <a:pt x="134" y="47"/>
                      <a:pt x="1" y="207"/>
                      <a:pt x="27" y="394"/>
                    </a:cubicBezTo>
                    <a:cubicBezTo>
                      <a:pt x="27" y="420"/>
                      <a:pt x="54" y="420"/>
                      <a:pt x="81" y="420"/>
                    </a:cubicBezTo>
                    <a:cubicBezTo>
                      <a:pt x="107" y="420"/>
                      <a:pt x="134" y="420"/>
                      <a:pt x="134" y="394"/>
                    </a:cubicBezTo>
                    <a:cubicBezTo>
                      <a:pt x="107" y="234"/>
                      <a:pt x="214" y="101"/>
                      <a:pt x="320" y="101"/>
                    </a:cubicBezTo>
                    <a:lnTo>
                      <a:pt x="374" y="101"/>
                    </a:lnTo>
                    <a:cubicBezTo>
                      <a:pt x="427" y="101"/>
                      <a:pt x="454" y="47"/>
                      <a:pt x="400" y="21"/>
                    </a:cubicBezTo>
                    <a:cubicBezTo>
                      <a:pt x="387" y="7"/>
                      <a:pt x="367" y="1"/>
                      <a:pt x="347" y="1"/>
                    </a:cubicBezTo>
                    <a:close/>
                  </a:path>
                </a:pathLst>
              </a:custGeom>
              <a:solidFill>
                <a:srgbClr val="210B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5"/>
              <p:cNvSpPr/>
              <p:nvPr/>
            </p:nvSpPr>
            <p:spPr>
              <a:xfrm>
                <a:off x="894087" y="3285819"/>
                <a:ext cx="30850" cy="47169"/>
              </a:xfrm>
              <a:custGeom>
                <a:rect b="b" l="l" r="r" t="t"/>
                <a:pathLst>
                  <a:path extrusionOk="0" h="396" w="259">
                    <a:moveTo>
                      <a:pt x="78" y="1"/>
                    </a:moveTo>
                    <a:cubicBezTo>
                      <a:pt x="48" y="1"/>
                      <a:pt x="0" y="38"/>
                      <a:pt x="19" y="76"/>
                    </a:cubicBezTo>
                    <a:lnTo>
                      <a:pt x="179" y="369"/>
                    </a:lnTo>
                    <a:cubicBezTo>
                      <a:pt x="179" y="396"/>
                      <a:pt x="206" y="396"/>
                      <a:pt x="232" y="396"/>
                    </a:cubicBezTo>
                    <a:cubicBezTo>
                      <a:pt x="259" y="369"/>
                      <a:pt x="259" y="343"/>
                      <a:pt x="259" y="343"/>
                    </a:cubicBezTo>
                    <a:lnTo>
                      <a:pt x="99" y="23"/>
                    </a:lnTo>
                    <a:cubicBezTo>
                      <a:pt x="99" y="7"/>
                      <a:pt x="90" y="1"/>
                      <a:pt x="78" y="1"/>
                    </a:cubicBezTo>
                    <a:close/>
                  </a:path>
                </a:pathLst>
              </a:custGeom>
              <a:solidFill>
                <a:srgbClr val="210B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5"/>
              <p:cNvSpPr/>
              <p:nvPr/>
            </p:nvSpPr>
            <p:spPr>
              <a:xfrm>
                <a:off x="905879" y="3288916"/>
                <a:ext cx="18105" cy="21917"/>
              </a:xfrm>
              <a:custGeom>
                <a:rect b="b" l="l" r="r" t="t"/>
                <a:pathLst>
                  <a:path extrusionOk="0" h="184" w="152">
                    <a:moveTo>
                      <a:pt x="77" y="1"/>
                    </a:moveTo>
                    <a:cubicBezTo>
                      <a:pt x="64" y="1"/>
                      <a:pt x="53" y="7"/>
                      <a:pt x="53" y="23"/>
                    </a:cubicBezTo>
                    <a:lnTo>
                      <a:pt x="0" y="130"/>
                    </a:lnTo>
                    <a:cubicBezTo>
                      <a:pt x="0" y="157"/>
                      <a:pt x="0" y="183"/>
                      <a:pt x="27" y="183"/>
                    </a:cubicBezTo>
                    <a:lnTo>
                      <a:pt x="53" y="183"/>
                    </a:lnTo>
                    <a:cubicBezTo>
                      <a:pt x="53" y="183"/>
                      <a:pt x="80" y="183"/>
                      <a:pt x="80" y="157"/>
                    </a:cubicBezTo>
                    <a:lnTo>
                      <a:pt x="133" y="50"/>
                    </a:lnTo>
                    <a:cubicBezTo>
                      <a:pt x="152" y="32"/>
                      <a:pt x="107" y="1"/>
                      <a:pt x="77" y="1"/>
                    </a:cubicBezTo>
                    <a:close/>
                  </a:path>
                </a:pathLst>
              </a:custGeom>
              <a:solidFill>
                <a:srgbClr val="210B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5"/>
              <p:cNvSpPr/>
              <p:nvPr/>
            </p:nvSpPr>
            <p:spPr>
              <a:xfrm>
                <a:off x="1001050" y="3284032"/>
                <a:ext cx="38235" cy="27991"/>
              </a:xfrm>
              <a:custGeom>
                <a:rect b="b" l="l" r="r" t="t"/>
                <a:pathLst>
                  <a:path extrusionOk="0" h="235" w="321">
                    <a:moveTo>
                      <a:pt x="150" y="1"/>
                    </a:moveTo>
                    <a:cubicBezTo>
                      <a:pt x="95" y="1"/>
                      <a:pt x="47" y="25"/>
                      <a:pt x="27" y="64"/>
                    </a:cubicBezTo>
                    <a:cubicBezTo>
                      <a:pt x="0" y="144"/>
                      <a:pt x="54" y="224"/>
                      <a:pt x="134" y="224"/>
                    </a:cubicBezTo>
                    <a:cubicBezTo>
                      <a:pt x="154" y="231"/>
                      <a:pt x="172" y="234"/>
                      <a:pt x="189" y="234"/>
                    </a:cubicBezTo>
                    <a:cubicBezTo>
                      <a:pt x="240" y="234"/>
                      <a:pt x="280" y="204"/>
                      <a:pt x="320" y="144"/>
                    </a:cubicBezTo>
                    <a:cubicBezTo>
                      <a:pt x="320" y="91"/>
                      <a:pt x="267" y="11"/>
                      <a:pt x="214" y="11"/>
                    </a:cubicBezTo>
                    <a:cubicBezTo>
                      <a:pt x="192" y="4"/>
                      <a:pt x="171" y="1"/>
                      <a:pt x="150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5"/>
              <p:cNvSpPr/>
              <p:nvPr/>
            </p:nvSpPr>
            <p:spPr>
              <a:xfrm>
                <a:off x="975679" y="3271287"/>
                <a:ext cx="79448" cy="33232"/>
              </a:xfrm>
              <a:custGeom>
                <a:rect b="b" l="l" r="r" t="t"/>
                <a:pathLst>
                  <a:path extrusionOk="0" h="279" w="667">
                    <a:moveTo>
                      <a:pt x="239" y="1"/>
                    </a:moveTo>
                    <a:cubicBezTo>
                      <a:pt x="175" y="1"/>
                      <a:pt x="104" y="13"/>
                      <a:pt x="27" y="38"/>
                    </a:cubicBezTo>
                    <a:cubicBezTo>
                      <a:pt x="0" y="38"/>
                      <a:pt x="0" y="65"/>
                      <a:pt x="0" y="92"/>
                    </a:cubicBezTo>
                    <a:cubicBezTo>
                      <a:pt x="0" y="92"/>
                      <a:pt x="27" y="118"/>
                      <a:pt x="54" y="118"/>
                    </a:cubicBezTo>
                    <a:cubicBezTo>
                      <a:pt x="120" y="99"/>
                      <a:pt x="186" y="90"/>
                      <a:pt x="245" y="90"/>
                    </a:cubicBezTo>
                    <a:cubicBezTo>
                      <a:pt x="352" y="90"/>
                      <a:pt x="436" y="120"/>
                      <a:pt x="453" y="171"/>
                    </a:cubicBezTo>
                    <a:cubicBezTo>
                      <a:pt x="480" y="198"/>
                      <a:pt x="480" y="198"/>
                      <a:pt x="480" y="225"/>
                    </a:cubicBezTo>
                    <a:cubicBezTo>
                      <a:pt x="480" y="251"/>
                      <a:pt x="480" y="251"/>
                      <a:pt x="507" y="278"/>
                    </a:cubicBezTo>
                    <a:lnTo>
                      <a:pt x="533" y="278"/>
                    </a:lnTo>
                    <a:lnTo>
                      <a:pt x="560" y="251"/>
                    </a:lnTo>
                    <a:lnTo>
                      <a:pt x="666" y="198"/>
                    </a:lnTo>
                    <a:cubicBezTo>
                      <a:pt x="666" y="171"/>
                      <a:pt x="666" y="145"/>
                      <a:pt x="666" y="145"/>
                    </a:cubicBezTo>
                    <a:cubicBezTo>
                      <a:pt x="653" y="131"/>
                      <a:pt x="640" y="125"/>
                      <a:pt x="626" y="125"/>
                    </a:cubicBezTo>
                    <a:cubicBezTo>
                      <a:pt x="613" y="125"/>
                      <a:pt x="600" y="131"/>
                      <a:pt x="587" y="145"/>
                    </a:cubicBezTo>
                    <a:lnTo>
                      <a:pt x="533" y="171"/>
                    </a:lnTo>
                    <a:cubicBezTo>
                      <a:pt x="533" y="145"/>
                      <a:pt x="533" y="145"/>
                      <a:pt x="533" y="145"/>
                    </a:cubicBezTo>
                    <a:cubicBezTo>
                      <a:pt x="479" y="54"/>
                      <a:pt x="375" y="1"/>
                      <a:pt x="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5"/>
              <p:cNvSpPr/>
              <p:nvPr/>
            </p:nvSpPr>
            <p:spPr>
              <a:xfrm>
                <a:off x="1124807" y="3309879"/>
                <a:ext cx="38235" cy="29540"/>
              </a:xfrm>
              <a:custGeom>
                <a:rect b="b" l="l" r="r" t="t"/>
                <a:pathLst>
                  <a:path extrusionOk="0" h="248" w="321">
                    <a:moveTo>
                      <a:pt x="121" y="0"/>
                    </a:moveTo>
                    <a:cubicBezTo>
                      <a:pt x="63" y="0"/>
                      <a:pt x="23" y="48"/>
                      <a:pt x="1" y="114"/>
                    </a:cubicBezTo>
                    <a:cubicBezTo>
                      <a:pt x="27" y="194"/>
                      <a:pt x="81" y="247"/>
                      <a:pt x="161" y="247"/>
                    </a:cubicBezTo>
                    <a:cubicBezTo>
                      <a:pt x="240" y="247"/>
                      <a:pt x="294" y="194"/>
                      <a:pt x="320" y="114"/>
                    </a:cubicBezTo>
                    <a:cubicBezTo>
                      <a:pt x="298" y="48"/>
                      <a:pt x="259" y="0"/>
                      <a:pt x="201" y="0"/>
                    </a:cubicBezTo>
                    <a:cubicBezTo>
                      <a:pt x="188" y="0"/>
                      <a:pt x="175" y="3"/>
                      <a:pt x="161" y="7"/>
                    </a:cubicBezTo>
                    <a:cubicBezTo>
                      <a:pt x="146" y="3"/>
                      <a:pt x="133" y="0"/>
                      <a:pt x="121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35"/>
              <p:cNvSpPr/>
              <p:nvPr/>
            </p:nvSpPr>
            <p:spPr>
              <a:xfrm>
                <a:off x="1099436" y="3302613"/>
                <a:ext cx="81830" cy="24061"/>
              </a:xfrm>
              <a:custGeom>
                <a:rect b="b" l="l" r="r" t="t"/>
                <a:pathLst>
                  <a:path extrusionOk="0" h="202" w="687">
                    <a:moveTo>
                      <a:pt x="341" y="0"/>
                    </a:moveTo>
                    <a:cubicBezTo>
                      <a:pt x="240" y="0"/>
                      <a:pt x="120" y="35"/>
                      <a:pt x="0" y="95"/>
                    </a:cubicBezTo>
                    <a:cubicBezTo>
                      <a:pt x="0" y="122"/>
                      <a:pt x="0" y="148"/>
                      <a:pt x="0" y="148"/>
                    </a:cubicBezTo>
                    <a:cubicBezTo>
                      <a:pt x="14" y="162"/>
                      <a:pt x="27" y="168"/>
                      <a:pt x="37" y="168"/>
                    </a:cubicBezTo>
                    <a:cubicBezTo>
                      <a:pt x="47" y="168"/>
                      <a:pt x="54" y="162"/>
                      <a:pt x="54" y="148"/>
                    </a:cubicBezTo>
                    <a:cubicBezTo>
                      <a:pt x="162" y="102"/>
                      <a:pt x="271" y="73"/>
                      <a:pt x="353" y="73"/>
                    </a:cubicBezTo>
                    <a:cubicBezTo>
                      <a:pt x="412" y="73"/>
                      <a:pt x="458" y="88"/>
                      <a:pt x="480" y="122"/>
                    </a:cubicBezTo>
                    <a:cubicBezTo>
                      <a:pt x="507" y="122"/>
                      <a:pt x="507" y="148"/>
                      <a:pt x="507" y="175"/>
                    </a:cubicBezTo>
                    <a:cubicBezTo>
                      <a:pt x="533" y="175"/>
                      <a:pt x="533" y="175"/>
                      <a:pt x="560" y="202"/>
                    </a:cubicBezTo>
                    <a:lnTo>
                      <a:pt x="667" y="95"/>
                    </a:lnTo>
                    <a:cubicBezTo>
                      <a:pt x="687" y="75"/>
                      <a:pt x="646" y="24"/>
                      <a:pt x="613" y="24"/>
                    </a:cubicBezTo>
                    <a:cubicBezTo>
                      <a:pt x="603" y="24"/>
                      <a:pt x="593" y="29"/>
                      <a:pt x="587" y="42"/>
                    </a:cubicBezTo>
                    <a:lnTo>
                      <a:pt x="560" y="95"/>
                    </a:lnTo>
                    <a:lnTo>
                      <a:pt x="533" y="68"/>
                    </a:lnTo>
                    <a:cubicBezTo>
                      <a:pt x="487" y="22"/>
                      <a:pt x="419" y="0"/>
                      <a:pt x="3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5"/>
              <p:cNvSpPr/>
              <p:nvPr/>
            </p:nvSpPr>
            <p:spPr>
              <a:xfrm>
                <a:off x="972463" y="3213042"/>
                <a:ext cx="85880" cy="31088"/>
              </a:xfrm>
              <a:custGeom>
                <a:rect b="b" l="l" r="r" t="t"/>
                <a:pathLst>
                  <a:path extrusionOk="0" h="261" w="721">
                    <a:moveTo>
                      <a:pt x="307" y="1"/>
                    </a:moveTo>
                    <a:cubicBezTo>
                      <a:pt x="267" y="1"/>
                      <a:pt x="227" y="8"/>
                      <a:pt x="187" y="21"/>
                    </a:cubicBezTo>
                    <a:cubicBezTo>
                      <a:pt x="134" y="21"/>
                      <a:pt x="54" y="48"/>
                      <a:pt x="1" y="101"/>
                    </a:cubicBezTo>
                    <a:cubicBezTo>
                      <a:pt x="134" y="101"/>
                      <a:pt x="267" y="101"/>
                      <a:pt x="400" y="154"/>
                    </a:cubicBezTo>
                    <a:cubicBezTo>
                      <a:pt x="507" y="154"/>
                      <a:pt x="614" y="207"/>
                      <a:pt x="720" y="261"/>
                    </a:cubicBezTo>
                    <a:cubicBezTo>
                      <a:pt x="720" y="234"/>
                      <a:pt x="720" y="207"/>
                      <a:pt x="720" y="181"/>
                    </a:cubicBezTo>
                    <a:cubicBezTo>
                      <a:pt x="720" y="154"/>
                      <a:pt x="720" y="101"/>
                      <a:pt x="693" y="74"/>
                    </a:cubicBezTo>
                    <a:cubicBezTo>
                      <a:pt x="614" y="48"/>
                      <a:pt x="507" y="21"/>
                      <a:pt x="427" y="21"/>
                    </a:cubicBezTo>
                    <a:cubicBezTo>
                      <a:pt x="387" y="8"/>
                      <a:pt x="347" y="1"/>
                      <a:pt x="307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5"/>
              <p:cNvSpPr/>
              <p:nvPr/>
            </p:nvSpPr>
            <p:spPr>
              <a:xfrm>
                <a:off x="1118494" y="3259852"/>
                <a:ext cx="60390" cy="22393"/>
              </a:xfrm>
              <a:custGeom>
                <a:rect b="b" l="l" r="r" t="t"/>
                <a:pathLst>
                  <a:path extrusionOk="0" h="188" w="507">
                    <a:moveTo>
                      <a:pt x="80" y="1"/>
                    </a:moveTo>
                    <a:cubicBezTo>
                      <a:pt x="54" y="28"/>
                      <a:pt x="27" y="54"/>
                      <a:pt x="0" y="108"/>
                    </a:cubicBezTo>
                    <a:cubicBezTo>
                      <a:pt x="0" y="134"/>
                      <a:pt x="0" y="134"/>
                      <a:pt x="0" y="161"/>
                    </a:cubicBezTo>
                    <a:lnTo>
                      <a:pt x="347" y="161"/>
                    </a:lnTo>
                    <a:lnTo>
                      <a:pt x="480" y="188"/>
                    </a:lnTo>
                    <a:lnTo>
                      <a:pt x="507" y="81"/>
                    </a:lnTo>
                    <a:lnTo>
                      <a:pt x="347" y="28"/>
                    </a:lnTo>
                    <a:cubicBezTo>
                      <a:pt x="267" y="1"/>
                      <a:pt x="187" y="1"/>
                      <a:pt x="80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5"/>
              <p:cNvSpPr/>
              <p:nvPr/>
            </p:nvSpPr>
            <p:spPr>
              <a:xfrm>
                <a:off x="1112181" y="3256756"/>
                <a:ext cx="12745" cy="22274"/>
              </a:xfrm>
              <a:custGeom>
                <a:rect b="b" l="l" r="r" t="t"/>
                <a:pathLst>
                  <a:path extrusionOk="0" h="187" w="107">
                    <a:moveTo>
                      <a:pt x="80" y="0"/>
                    </a:moveTo>
                    <a:cubicBezTo>
                      <a:pt x="53" y="27"/>
                      <a:pt x="53" y="54"/>
                      <a:pt x="27" y="80"/>
                    </a:cubicBezTo>
                    <a:cubicBezTo>
                      <a:pt x="27" y="107"/>
                      <a:pt x="0" y="160"/>
                      <a:pt x="27" y="187"/>
                    </a:cubicBezTo>
                    <a:cubicBezTo>
                      <a:pt x="27" y="187"/>
                      <a:pt x="53" y="134"/>
                      <a:pt x="53" y="107"/>
                    </a:cubicBezTo>
                    <a:cubicBezTo>
                      <a:pt x="53" y="80"/>
                      <a:pt x="80" y="54"/>
                      <a:pt x="107" y="27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5"/>
              <p:cNvSpPr/>
              <p:nvPr/>
            </p:nvSpPr>
            <p:spPr>
              <a:xfrm>
                <a:off x="1070849" y="3361454"/>
                <a:ext cx="25490" cy="6432"/>
              </a:xfrm>
              <a:custGeom>
                <a:rect b="b" l="l" r="r" t="t"/>
                <a:pathLst>
                  <a:path extrusionOk="0" h="54" w="214">
                    <a:moveTo>
                      <a:pt x="1" y="1"/>
                    </a:moveTo>
                    <a:cubicBezTo>
                      <a:pt x="27" y="27"/>
                      <a:pt x="81" y="54"/>
                      <a:pt x="107" y="54"/>
                    </a:cubicBezTo>
                    <a:lnTo>
                      <a:pt x="214" y="54"/>
                    </a:lnTo>
                    <a:cubicBezTo>
                      <a:pt x="187" y="27"/>
                      <a:pt x="161" y="1"/>
                      <a:pt x="1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35"/>
              <p:cNvSpPr/>
              <p:nvPr/>
            </p:nvSpPr>
            <p:spPr>
              <a:xfrm>
                <a:off x="1023205" y="3384443"/>
                <a:ext cx="85880" cy="31088"/>
              </a:xfrm>
              <a:custGeom>
                <a:rect b="b" l="l" r="r" t="t"/>
                <a:pathLst>
                  <a:path extrusionOk="0" h="261" w="721">
                    <a:moveTo>
                      <a:pt x="44" y="1"/>
                    </a:moveTo>
                    <a:cubicBezTo>
                      <a:pt x="34" y="1"/>
                      <a:pt x="28" y="7"/>
                      <a:pt x="28" y="21"/>
                    </a:cubicBezTo>
                    <a:cubicBezTo>
                      <a:pt x="1" y="21"/>
                      <a:pt x="1" y="74"/>
                      <a:pt x="28" y="74"/>
                    </a:cubicBezTo>
                    <a:cubicBezTo>
                      <a:pt x="108" y="154"/>
                      <a:pt x="188" y="207"/>
                      <a:pt x="294" y="234"/>
                    </a:cubicBezTo>
                    <a:cubicBezTo>
                      <a:pt x="374" y="261"/>
                      <a:pt x="454" y="261"/>
                      <a:pt x="534" y="261"/>
                    </a:cubicBezTo>
                    <a:cubicBezTo>
                      <a:pt x="587" y="261"/>
                      <a:pt x="614" y="261"/>
                      <a:pt x="667" y="234"/>
                    </a:cubicBezTo>
                    <a:cubicBezTo>
                      <a:pt x="720" y="234"/>
                      <a:pt x="720" y="181"/>
                      <a:pt x="667" y="154"/>
                    </a:cubicBezTo>
                    <a:cubicBezTo>
                      <a:pt x="614" y="167"/>
                      <a:pt x="561" y="174"/>
                      <a:pt x="507" y="174"/>
                    </a:cubicBezTo>
                    <a:cubicBezTo>
                      <a:pt x="454" y="174"/>
                      <a:pt x="401" y="167"/>
                      <a:pt x="347" y="154"/>
                    </a:cubicBezTo>
                    <a:cubicBezTo>
                      <a:pt x="241" y="127"/>
                      <a:pt x="161" y="74"/>
                      <a:pt x="81" y="21"/>
                    </a:cubicBezTo>
                    <a:cubicBezTo>
                      <a:pt x="68" y="7"/>
                      <a:pt x="54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35"/>
              <p:cNvSpPr/>
              <p:nvPr/>
            </p:nvSpPr>
            <p:spPr>
              <a:xfrm>
                <a:off x="1035950" y="3383133"/>
                <a:ext cx="63606" cy="30850"/>
              </a:xfrm>
              <a:custGeom>
                <a:rect b="b" l="l" r="r" t="t"/>
                <a:pathLst>
                  <a:path extrusionOk="0" h="259" w="534">
                    <a:moveTo>
                      <a:pt x="249" y="1"/>
                    </a:moveTo>
                    <a:cubicBezTo>
                      <a:pt x="201" y="1"/>
                      <a:pt x="149" y="85"/>
                      <a:pt x="54" y="85"/>
                    </a:cubicBezTo>
                    <a:lnTo>
                      <a:pt x="1" y="85"/>
                    </a:lnTo>
                    <a:cubicBezTo>
                      <a:pt x="1" y="112"/>
                      <a:pt x="160" y="192"/>
                      <a:pt x="267" y="218"/>
                    </a:cubicBezTo>
                    <a:cubicBezTo>
                      <a:pt x="320" y="245"/>
                      <a:pt x="380" y="258"/>
                      <a:pt x="430" y="258"/>
                    </a:cubicBezTo>
                    <a:cubicBezTo>
                      <a:pt x="480" y="258"/>
                      <a:pt x="520" y="245"/>
                      <a:pt x="533" y="218"/>
                    </a:cubicBezTo>
                    <a:cubicBezTo>
                      <a:pt x="533" y="218"/>
                      <a:pt x="507" y="218"/>
                      <a:pt x="480" y="138"/>
                    </a:cubicBezTo>
                    <a:cubicBezTo>
                      <a:pt x="480" y="85"/>
                      <a:pt x="454" y="58"/>
                      <a:pt x="427" y="32"/>
                    </a:cubicBezTo>
                    <a:lnTo>
                      <a:pt x="320" y="32"/>
                    </a:lnTo>
                    <a:cubicBezTo>
                      <a:pt x="320" y="32"/>
                      <a:pt x="294" y="5"/>
                      <a:pt x="267" y="5"/>
                    </a:cubicBezTo>
                    <a:cubicBezTo>
                      <a:pt x="261" y="2"/>
                      <a:pt x="255" y="1"/>
                      <a:pt x="249" y="1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35"/>
              <p:cNvSpPr/>
              <p:nvPr/>
            </p:nvSpPr>
            <p:spPr>
              <a:xfrm>
                <a:off x="1035950" y="3419343"/>
                <a:ext cx="41332" cy="18462"/>
              </a:xfrm>
              <a:custGeom>
                <a:rect b="b" l="l" r="r" t="t"/>
                <a:pathLst>
                  <a:path extrusionOk="0" h="155" w="347">
                    <a:moveTo>
                      <a:pt x="44" y="1"/>
                    </a:moveTo>
                    <a:cubicBezTo>
                      <a:pt x="34" y="1"/>
                      <a:pt x="27" y="8"/>
                      <a:pt x="27" y="21"/>
                    </a:cubicBezTo>
                    <a:cubicBezTo>
                      <a:pt x="1" y="21"/>
                      <a:pt x="1" y="48"/>
                      <a:pt x="27" y="74"/>
                    </a:cubicBezTo>
                    <a:cubicBezTo>
                      <a:pt x="81" y="101"/>
                      <a:pt x="134" y="154"/>
                      <a:pt x="214" y="154"/>
                    </a:cubicBezTo>
                    <a:lnTo>
                      <a:pt x="294" y="154"/>
                    </a:lnTo>
                    <a:cubicBezTo>
                      <a:pt x="320" y="154"/>
                      <a:pt x="347" y="154"/>
                      <a:pt x="347" y="127"/>
                    </a:cubicBezTo>
                    <a:cubicBezTo>
                      <a:pt x="347" y="101"/>
                      <a:pt x="320" y="74"/>
                      <a:pt x="320" y="74"/>
                    </a:cubicBezTo>
                    <a:lnTo>
                      <a:pt x="240" y="74"/>
                    </a:lnTo>
                    <a:cubicBezTo>
                      <a:pt x="187" y="74"/>
                      <a:pt x="134" y="48"/>
                      <a:pt x="81" y="21"/>
                    </a:cubicBezTo>
                    <a:cubicBezTo>
                      <a:pt x="67" y="8"/>
                      <a:pt x="54" y="1"/>
                      <a:pt x="44" y="1"/>
                    </a:cubicBezTo>
                    <a:close/>
                  </a:path>
                </a:pathLst>
              </a:custGeom>
              <a:solidFill>
                <a:srgbClr val="210B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35"/>
              <p:cNvSpPr/>
              <p:nvPr/>
            </p:nvSpPr>
            <p:spPr>
              <a:xfrm>
                <a:off x="1010579" y="3605871"/>
                <a:ext cx="35019" cy="23465"/>
              </a:xfrm>
              <a:custGeom>
                <a:rect b="b" l="l" r="r" t="t"/>
                <a:pathLst>
                  <a:path extrusionOk="0" h="197" w="294">
                    <a:moveTo>
                      <a:pt x="294" y="0"/>
                    </a:moveTo>
                    <a:lnTo>
                      <a:pt x="0" y="80"/>
                    </a:lnTo>
                    <a:cubicBezTo>
                      <a:pt x="41" y="162"/>
                      <a:pt x="82" y="196"/>
                      <a:pt x="123" y="196"/>
                    </a:cubicBezTo>
                    <a:cubicBezTo>
                      <a:pt x="135" y="196"/>
                      <a:pt x="148" y="193"/>
                      <a:pt x="160" y="187"/>
                    </a:cubicBezTo>
                    <a:cubicBezTo>
                      <a:pt x="214" y="187"/>
                      <a:pt x="294" y="27"/>
                      <a:pt x="2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35"/>
              <p:cNvSpPr/>
              <p:nvPr/>
            </p:nvSpPr>
            <p:spPr>
              <a:xfrm>
                <a:off x="1051792" y="3643987"/>
                <a:ext cx="111251" cy="19058"/>
              </a:xfrm>
              <a:custGeom>
                <a:rect b="b" l="l" r="r" t="t"/>
                <a:pathLst>
                  <a:path extrusionOk="0" h="160" w="934">
                    <a:moveTo>
                      <a:pt x="933" y="0"/>
                    </a:moveTo>
                    <a:lnTo>
                      <a:pt x="400" y="53"/>
                    </a:lnTo>
                    <a:lnTo>
                      <a:pt x="1" y="27"/>
                    </a:lnTo>
                    <a:lnTo>
                      <a:pt x="1" y="27"/>
                    </a:lnTo>
                    <a:cubicBezTo>
                      <a:pt x="27" y="53"/>
                      <a:pt x="54" y="80"/>
                      <a:pt x="81" y="107"/>
                    </a:cubicBezTo>
                    <a:cubicBezTo>
                      <a:pt x="161" y="160"/>
                      <a:pt x="267" y="160"/>
                      <a:pt x="374" y="160"/>
                    </a:cubicBezTo>
                    <a:cubicBezTo>
                      <a:pt x="560" y="107"/>
                      <a:pt x="747" y="53"/>
                      <a:pt x="9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5"/>
              <p:cNvSpPr/>
              <p:nvPr/>
            </p:nvSpPr>
            <p:spPr>
              <a:xfrm>
                <a:off x="842393" y="3643987"/>
                <a:ext cx="168306" cy="19058"/>
              </a:xfrm>
              <a:custGeom>
                <a:rect b="b" l="l" r="r" t="t"/>
                <a:pathLst>
                  <a:path extrusionOk="0" h="160" w="1413">
                    <a:moveTo>
                      <a:pt x="0" y="0"/>
                    </a:moveTo>
                    <a:cubicBezTo>
                      <a:pt x="133" y="27"/>
                      <a:pt x="480" y="107"/>
                      <a:pt x="853" y="160"/>
                    </a:cubicBezTo>
                    <a:cubicBezTo>
                      <a:pt x="1013" y="160"/>
                      <a:pt x="1146" y="160"/>
                      <a:pt x="1279" y="107"/>
                    </a:cubicBezTo>
                    <a:cubicBezTo>
                      <a:pt x="1332" y="80"/>
                      <a:pt x="1386" y="53"/>
                      <a:pt x="1412" y="27"/>
                    </a:cubicBezTo>
                    <a:lnTo>
                      <a:pt x="1412" y="27"/>
                    </a:lnTo>
                    <a:lnTo>
                      <a:pt x="826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5"/>
              <p:cNvSpPr/>
              <p:nvPr/>
            </p:nvSpPr>
            <p:spPr>
              <a:xfrm>
                <a:off x="1029637" y="3396354"/>
                <a:ext cx="73135" cy="44548"/>
              </a:xfrm>
              <a:custGeom>
                <a:rect b="b" l="l" r="r" t="t"/>
                <a:pathLst>
                  <a:path extrusionOk="0" h="374" w="614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107"/>
                      <a:pt x="27" y="214"/>
                      <a:pt x="134" y="294"/>
                    </a:cubicBezTo>
                    <a:cubicBezTo>
                      <a:pt x="187" y="347"/>
                      <a:pt x="267" y="374"/>
                      <a:pt x="347" y="374"/>
                    </a:cubicBezTo>
                    <a:cubicBezTo>
                      <a:pt x="507" y="347"/>
                      <a:pt x="613" y="187"/>
                      <a:pt x="586" y="134"/>
                    </a:cubicBezTo>
                    <a:cubicBezTo>
                      <a:pt x="578" y="116"/>
                      <a:pt x="566" y="110"/>
                      <a:pt x="549" y="110"/>
                    </a:cubicBezTo>
                    <a:cubicBezTo>
                      <a:pt x="515" y="110"/>
                      <a:pt x="462" y="134"/>
                      <a:pt x="373" y="134"/>
                    </a:cubicBezTo>
                    <a:cubicBezTo>
                      <a:pt x="240" y="134"/>
                      <a:pt x="134" y="81"/>
                      <a:pt x="54" y="1"/>
                    </a:cubicBez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5"/>
              <p:cNvSpPr/>
              <p:nvPr/>
            </p:nvSpPr>
            <p:spPr>
              <a:xfrm>
                <a:off x="1035950" y="3398736"/>
                <a:ext cx="54077" cy="26324"/>
              </a:xfrm>
              <a:custGeom>
                <a:rect b="b" l="l" r="r" t="t"/>
                <a:pathLst>
                  <a:path extrusionOk="0" h="221" w="454">
                    <a:moveTo>
                      <a:pt x="35" y="0"/>
                    </a:moveTo>
                    <a:cubicBezTo>
                      <a:pt x="30" y="0"/>
                      <a:pt x="27" y="3"/>
                      <a:pt x="27" y="7"/>
                    </a:cubicBezTo>
                    <a:cubicBezTo>
                      <a:pt x="1" y="34"/>
                      <a:pt x="134" y="221"/>
                      <a:pt x="267" y="221"/>
                    </a:cubicBezTo>
                    <a:cubicBezTo>
                      <a:pt x="374" y="221"/>
                      <a:pt x="454" y="141"/>
                      <a:pt x="454" y="114"/>
                    </a:cubicBezTo>
                    <a:cubicBezTo>
                      <a:pt x="454" y="87"/>
                      <a:pt x="400" y="87"/>
                      <a:pt x="267" y="87"/>
                    </a:cubicBezTo>
                    <a:cubicBezTo>
                      <a:pt x="136" y="44"/>
                      <a:pt x="59" y="0"/>
                      <a:pt x="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5"/>
              <p:cNvSpPr/>
              <p:nvPr/>
            </p:nvSpPr>
            <p:spPr>
              <a:xfrm>
                <a:off x="718516" y="3590029"/>
                <a:ext cx="530170" cy="625341"/>
              </a:xfrm>
              <a:custGeom>
                <a:rect b="b" l="l" r="r" t="t"/>
                <a:pathLst>
                  <a:path extrusionOk="0" h="5250" w="4451">
                    <a:moveTo>
                      <a:pt x="561" y="0"/>
                    </a:moveTo>
                    <a:cubicBezTo>
                      <a:pt x="481" y="27"/>
                      <a:pt x="427" y="53"/>
                      <a:pt x="347" y="80"/>
                    </a:cubicBezTo>
                    <a:cubicBezTo>
                      <a:pt x="214" y="133"/>
                      <a:pt x="81" y="187"/>
                      <a:pt x="1" y="293"/>
                    </a:cubicBezTo>
                    <a:lnTo>
                      <a:pt x="1067" y="4956"/>
                    </a:lnTo>
                    <a:lnTo>
                      <a:pt x="3971" y="5249"/>
                    </a:lnTo>
                    <a:cubicBezTo>
                      <a:pt x="3625" y="3997"/>
                      <a:pt x="3811" y="3304"/>
                      <a:pt x="4078" y="2878"/>
                    </a:cubicBezTo>
                    <a:cubicBezTo>
                      <a:pt x="4318" y="2585"/>
                      <a:pt x="4451" y="2185"/>
                      <a:pt x="4451" y="1812"/>
                    </a:cubicBezTo>
                    <a:cubicBezTo>
                      <a:pt x="4424" y="1599"/>
                      <a:pt x="4344" y="1386"/>
                      <a:pt x="4238" y="1199"/>
                    </a:cubicBezTo>
                    <a:lnTo>
                      <a:pt x="4451" y="1146"/>
                    </a:lnTo>
                    <a:cubicBezTo>
                      <a:pt x="4451" y="1013"/>
                      <a:pt x="4451" y="906"/>
                      <a:pt x="4424" y="773"/>
                    </a:cubicBezTo>
                    <a:cubicBezTo>
                      <a:pt x="4344" y="533"/>
                      <a:pt x="4184" y="293"/>
                      <a:pt x="3945" y="160"/>
                    </a:cubicBezTo>
                    <a:cubicBezTo>
                      <a:pt x="3505" y="637"/>
                      <a:pt x="2917" y="872"/>
                      <a:pt x="2329" y="872"/>
                    </a:cubicBezTo>
                    <a:cubicBezTo>
                      <a:pt x="1670" y="872"/>
                      <a:pt x="1011" y="577"/>
                      <a:pt x="5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5"/>
              <p:cNvSpPr/>
              <p:nvPr/>
            </p:nvSpPr>
            <p:spPr>
              <a:xfrm>
                <a:off x="785219" y="3590029"/>
                <a:ext cx="250851" cy="170807"/>
              </a:xfrm>
              <a:custGeom>
                <a:rect b="b" l="l" r="r" t="t"/>
                <a:pathLst>
                  <a:path extrusionOk="0" h="1434" w="2106">
                    <a:moveTo>
                      <a:pt x="1" y="0"/>
                    </a:moveTo>
                    <a:cubicBezTo>
                      <a:pt x="406" y="930"/>
                      <a:pt x="1046" y="1433"/>
                      <a:pt x="1501" y="1433"/>
                    </a:cubicBezTo>
                    <a:cubicBezTo>
                      <a:pt x="1554" y="1433"/>
                      <a:pt x="1605" y="1426"/>
                      <a:pt x="1653" y="1412"/>
                    </a:cubicBezTo>
                    <a:cubicBezTo>
                      <a:pt x="1733" y="1386"/>
                      <a:pt x="1946" y="1279"/>
                      <a:pt x="2106" y="826"/>
                    </a:cubicBezTo>
                    <a:lnTo>
                      <a:pt x="2106" y="826"/>
                    </a:lnTo>
                    <a:cubicBezTo>
                      <a:pt x="2048" y="831"/>
                      <a:pt x="1989" y="833"/>
                      <a:pt x="1931" y="833"/>
                    </a:cubicBezTo>
                    <a:cubicBezTo>
                      <a:pt x="1636" y="833"/>
                      <a:pt x="1333" y="777"/>
                      <a:pt x="1066" y="666"/>
                    </a:cubicBezTo>
                    <a:cubicBezTo>
                      <a:pt x="667" y="533"/>
                      <a:pt x="294" y="293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35"/>
              <p:cNvSpPr/>
              <p:nvPr/>
            </p:nvSpPr>
            <p:spPr>
              <a:xfrm>
                <a:off x="1035950" y="3609087"/>
                <a:ext cx="155680" cy="131381"/>
              </a:xfrm>
              <a:custGeom>
                <a:rect b="b" l="l" r="r" t="t"/>
                <a:pathLst>
                  <a:path extrusionOk="0" h="1103" w="1307">
                    <a:moveTo>
                      <a:pt x="1280" y="0"/>
                    </a:moveTo>
                    <a:lnTo>
                      <a:pt x="1280" y="0"/>
                    </a:lnTo>
                    <a:cubicBezTo>
                      <a:pt x="1093" y="187"/>
                      <a:pt x="853" y="346"/>
                      <a:pt x="613" y="480"/>
                    </a:cubicBezTo>
                    <a:cubicBezTo>
                      <a:pt x="427" y="560"/>
                      <a:pt x="214" y="640"/>
                      <a:pt x="1" y="666"/>
                    </a:cubicBezTo>
                    <a:cubicBezTo>
                      <a:pt x="81" y="879"/>
                      <a:pt x="267" y="1039"/>
                      <a:pt x="480" y="1092"/>
                    </a:cubicBezTo>
                    <a:cubicBezTo>
                      <a:pt x="511" y="1100"/>
                      <a:pt x="541" y="1103"/>
                      <a:pt x="571" y="1103"/>
                    </a:cubicBezTo>
                    <a:cubicBezTo>
                      <a:pt x="881" y="1103"/>
                      <a:pt x="1153" y="749"/>
                      <a:pt x="1226" y="506"/>
                    </a:cubicBezTo>
                    <a:cubicBezTo>
                      <a:pt x="1280" y="346"/>
                      <a:pt x="1306" y="160"/>
                      <a:pt x="12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5"/>
              <p:cNvSpPr/>
              <p:nvPr/>
            </p:nvSpPr>
            <p:spPr>
              <a:xfrm>
                <a:off x="702674" y="3570733"/>
                <a:ext cx="292183" cy="689066"/>
              </a:xfrm>
              <a:custGeom>
                <a:rect b="b" l="l" r="r" t="t"/>
                <a:pathLst>
                  <a:path extrusionOk="0" h="5785" w="2453">
                    <a:moveTo>
                      <a:pt x="1248" y="0"/>
                    </a:moveTo>
                    <a:cubicBezTo>
                      <a:pt x="771" y="0"/>
                      <a:pt x="303" y="211"/>
                      <a:pt x="1" y="588"/>
                    </a:cubicBezTo>
                    <a:cubicBezTo>
                      <a:pt x="54" y="935"/>
                      <a:pt x="81" y="1281"/>
                      <a:pt x="107" y="1628"/>
                    </a:cubicBezTo>
                    <a:cubicBezTo>
                      <a:pt x="134" y="1681"/>
                      <a:pt x="134" y="1734"/>
                      <a:pt x="134" y="1788"/>
                    </a:cubicBezTo>
                    <a:cubicBezTo>
                      <a:pt x="161" y="2161"/>
                      <a:pt x="214" y="2560"/>
                      <a:pt x="241" y="2933"/>
                    </a:cubicBezTo>
                    <a:lnTo>
                      <a:pt x="241" y="3067"/>
                    </a:lnTo>
                    <a:cubicBezTo>
                      <a:pt x="267" y="3306"/>
                      <a:pt x="294" y="3573"/>
                      <a:pt x="321" y="3813"/>
                    </a:cubicBezTo>
                    <a:cubicBezTo>
                      <a:pt x="321" y="3839"/>
                      <a:pt x="321" y="3866"/>
                      <a:pt x="321" y="3893"/>
                    </a:cubicBezTo>
                    <a:lnTo>
                      <a:pt x="454" y="5145"/>
                    </a:lnTo>
                    <a:lnTo>
                      <a:pt x="534" y="5784"/>
                    </a:lnTo>
                    <a:lnTo>
                      <a:pt x="2452" y="5784"/>
                    </a:lnTo>
                    <a:cubicBezTo>
                      <a:pt x="2452" y="5625"/>
                      <a:pt x="2452" y="5438"/>
                      <a:pt x="2426" y="5251"/>
                    </a:cubicBezTo>
                    <a:lnTo>
                      <a:pt x="2426" y="5145"/>
                    </a:lnTo>
                    <a:cubicBezTo>
                      <a:pt x="2399" y="4346"/>
                      <a:pt x="2292" y="3573"/>
                      <a:pt x="2159" y="2800"/>
                    </a:cubicBezTo>
                    <a:cubicBezTo>
                      <a:pt x="2132" y="2693"/>
                      <a:pt x="2106" y="2587"/>
                      <a:pt x="2106" y="2507"/>
                    </a:cubicBezTo>
                    <a:cubicBezTo>
                      <a:pt x="2052" y="2214"/>
                      <a:pt x="1973" y="1921"/>
                      <a:pt x="1919" y="1628"/>
                    </a:cubicBezTo>
                    <a:cubicBezTo>
                      <a:pt x="1893" y="1601"/>
                      <a:pt x="1893" y="1548"/>
                      <a:pt x="1893" y="1521"/>
                    </a:cubicBezTo>
                    <a:cubicBezTo>
                      <a:pt x="1839" y="1361"/>
                      <a:pt x="1813" y="1201"/>
                      <a:pt x="1759" y="1041"/>
                    </a:cubicBezTo>
                    <a:cubicBezTo>
                      <a:pt x="1759" y="988"/>
                      <a:pt x="1733" y="908"/>
                      <a:pt x="1733" y="908"/>
                    </a:cubicBezTo>
                    <a:cubicBezTo>
                      <a:pt x="1733" y="882"/>
                      <a:pt x="1733" y="855"/>
                      <a:pt x="1706" y="802"/>
                    </a:cubicBezTo>
                    <a:cubicBezTo>
                      <a:pt x="1679" y="775"/>
                      <a:pt x="1679" y="748"/>
                      <a:pt x="1679" y="722"/>
                    </a:cubicBezTo>
                    <a:lnTo>
                      <a:pt x="1653" y="642"/>
                    </a:lnTo>
                    <a:lnTo>
                      <a:pt x="1600" y="509"/>
                    </a:lnTo>
                    <a:lnTo>
                      <a:pt x="1600" y="482"/>
                    </a:lnTo>
                    <a:cubicBezTo>
                      <a:pt x="1600" y="455"/>
                      <a:pt x="1626" y="455"/>
                      <a:pt x="1600" y="429"/>
                    </a:cubicBezTo>
                    <a:cubicBezTo>
                      <a:pt x="1600" y="375"/>
                      <a:pt x="1573" y="349"/>
                      <a:pt x="1573" y="295"/>
                    </a:cubicBezTo>
                    <a:lnTo>
                      <a:pt x="1520" y="135"/>
                    </a:lnTo>
                    <a:cubicBezTo>
                      <a:pt x="1520" y="82"/>
                      <a:pt x="1493" y="56"/>
                      <a:pt x="1493" y="2"/>
                    </a:cubicBezTo>
                    <a:lnTo>
                      <a:pt x="1333" y="2"/>
                    </a:lnTo>
                    <a:cubicBezTo>
                      <a:pt x="1305" y="1"/>
                      <a:pt x="1276" y="0"/>
                      <a:pt x="12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5"/>
              <p:cNvSpPr/>
              <p:nvPr/>
            </p:nvSpPr>
            <p:spPr>
              <a:xfrm>
                <a:off x="566172" y="3622308"/>
                <a:ext cx="247754" cy="427971"/>
              </a:xfrm>
              <a:custGeom>
                <a:rect b="b" l="l" r="r" t="t"/>
                <a:pathLst>
                  <a:path extrusionOk="0" h="3593" w="2080">
                    <a:moveTo>
                      <a:pt x="1538" y="0"/>
                    </a:moveTo>
                    <a:cubicBezTo>
                      <a:pt x="1387" y="0"/>
                      <a:pt x="1234" y="58"/>
                      <a:pt x="1120" y="155"/>
                    </a:cubicBezTo>
                    <a:cubicBezTo>
                      <a:pt x="987" y="422"/>
                      <a:pt x="880" y="688"/>
                      <a:pt x="774" y="928"/>
                    </a:cubicBezTo>
                    <a:cubicBezTo>
                      <a:pt x="507" y="1514"/>
                      <a:pt x="241" y="2074"/>
                      <a:pt x="1" y="2634"/>
                    </a:cubicBezTo>
                    <a:lnTo>
                      <a:pt x="987" y="3593"/>
                    </a:lnTo>
                    <a:lnTo>
                      <a:pt x="2079" y="449"/>
                    </a:lnTo>
                    <a:cubicBezTo>
                      <a:pt x="2053" y="289"/>
                      <a:pt x="1973" y="155"/>
                      <a:pt x="1813" y="76"/>
                    </a:cubicBezTo>
                    <a:cubicBezTo>
                      <a:pt x="1730" y="24"/>
                      <a:pt x="1635" y="0"/>
                      <a:pt x="15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5"/>
              <p:cNvSpPr/>
              <p:nvPr/>
            </p:nvSpPr>
            <p:spPr>
              <a:xfrm>
                <a:off x="1080378" y="3577284"/>
                <a:ext cx="200109" cy="682515"/>
              </a:xfrm>
              <a:custGeom>
                <a:rect b="b" l="l" r="r" t="t"/>
                <a:pathLst>
                  <a:path extrusionOk="0" h="5730" w="1680">
                    <a:moveTo>
                      <a:pt x="1" y="1"/>
                    </a:moveTo>
                    <a:cubicBezTo>
                      <a:pt x="107" y="187"/>
                      <a:pt x="187" y="400"/>
                      <a:pt x="240" y="587"/>
                    </a:cubicBezTo>
                    <a:cubicBezTo>
                      <a:pt x="267" y="613"/>
                      <a:pt x="267" y="640"/>
                      <a:pt x="267" y="693"/>
                    </a:cubicBezTo>
                    <a:cubicBezTo>
                      <a:pt x="267" y="693"/>
                      <a:pt x="267" y="720"/>
                      <a:pt x="267" y="747"/>
                    </a:cubicBezTo>
                    <a:cubicBezTo>
                      <a:pt x="294" y="827"/>
                      <a:pt x="320" y="933"/>
                      <a:pt x="347" y="1040"/>
                    </a:cubicBezTo>
                    <a:cubicBezTo>
                      <a:pt x="347" y="1066"/>
                      <a:pt x="347" y="1040"/>
                      <a:pt x="347" y="1120"/>
                    </a:cubicBezTo>
                    <a:cubicBezTo>
                      <a:pt x="374" y="1200"/>
                      <a:pt x="374" y="1253"/>
                      <a:pt x="374" y="1306"/>
                    </a:cubicBezTo>
                    <a:cubicBezTo>
                      <a:pt x="374" y="1333"/>
                      <a:pt x="374" y="1333"/>
                      <a:pt x="374" y="1359"/>
                    </a:cubicBezTo>
                    <a:cubicBezTo>
                      <a:pt x="427" y="1786"/>
                      <a:pt x="454" y="2212"/>
                      <a:pt x="400" y="2665"/>
                    </a:cubicBezTo>
                    <a:cubicBezTo>
                      <a:pt x="374" y="2852"/>
                      <a:pt x="347" y="3065"/>
                      <a:pt x="347" y="3278"/>
                    </a:cubicBezTo>
                    <a:cubicBezTo>
                      <a:pt x="294" y="3864"/>
                      <a:pt x="294" y="4477"/>
                      <a:pt x="347" y="5090"/>
                    </a:cubicBezTo>
                    <a:lnTo>
                      <a:pt x="347" y="5276"/>
                    </a:lnTo>
                    <a:cubicBezTo>
                      <a:pt x="347" y="5436"/>
                      <a:pt x="374" y="5570"/>
                      <a:pt x="374" y="5729"/>
                    </a:cubicBezTo>
                    <a:lnTo>
                      <a:pt x="1653" y="5729"/>
                    </a:lnTo>
                    <a:cubicBezTo>
                      <a:pt x="1653" y="5516"/>
                      <a:pt x="1653" y="5303"/>
                      <a:pt x="1679" y="5117"/>
                    </a:cubicBezTo>
                    <a:cubicBezTo>
                      <a:pt x="1679" y="4664"/>
                      <a:pt x="1626" y="4237"/>
                      <a:pt x="1626" y="3784"/>
                    </a:cubicBezTo>
                    <a:lnTo>
                      <a:pt x="1573" y="2026"/>
                    </a:lnTo>
                    <a:cubicBezTo>
                      <a:pt x="1573" y="1599"/>
                      <a:pt x="1546" y="1200"/>
                      <a:pt x="1546" y="773"/>
                    </a:cubicBezTo>
                    <a:lnTo>
                      <a:pt x="1546" y="747"/>
                    </a:lnTo>
                    <a:cubicBezTo>
                      <a:pt x="1439" y="640"/>
                      <a:pt x="1360" y="533"/>
                      <a:pt x="1280" y="427"/>
                    </a:cubicBezTo>
                    <a:cubicBezTo>
                      <a:pt x="1173" y="347"/>
                      <a:pt x="1093" y="294"/>
                      <a:pt x="987" y="240"/>
                    </a:cubicBezTo>
                    <a:cubicBezTo>
                      <a:pt x="693" y="80"/>
                      <a:pt x="374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35"/>
              <p:cNvSpPr/>
              <p:nvPr/>
            </p:nvSpPr>
            <p:spPr>
              <a:xfrm>
                <a:off x="1283465" y="3967612"/>
                <a:ext cx="406412" cy="181170"/>
              </a:xfrm>
              <a:custGeom>
                <a:rect b="b" l="l" r="r" t="t"/>
                <a:pathLst>
                  <a:path extrusionOk="0" h="1521" w="3412">
                    <a:moveTo>
                      <a:pt x="934" y="1"/>
                    </a:moveTo>
                    <a:lnTo>
                      <a:pt x="28" y="321"/>
                    </a:lnTo>
                    <a:cubicBezTo>
                      <a:pt x="1" y="614"/>
                      <a:pt x="81" y="880"/>
                      <a:pt x="241" y="1120"/>
                    </a:cubicBezTo>
                    <a:cubicBezTo>
                      <a:pt x="321" y="1200"/>
                      <a:pt x="374" y="1253"/>
                      <a:pt x="454" y="1333"/>
                    </a:cubicBezTo>
                    <a:cubicBezTo>
                      <a:pt x="640" y="1360"/>
                      <a:pt x="854" y="1413"/>
                      <a:pt x="1040" y="1440"/>
                    </a:cubicBezTo>
                    <a:cubicBezTo>
                      <a:pt x="1453" y="1491"/>
                      <a:pt x="1866" y="1521"/>
                      <a:pt x="2286" y="1521"/>
                    </a:cubicBezTo>
                    <a:cubicBezTo>
                      <a:pt x="2517" y="1521"/>
                      <a:pt x="2749" y="1512"/>
                      <a:pt x="2985" y="1493"/>
                    </a:cubicBezTo>
                    <a:lnTo>
                      <a:pt x="3412" y="774"/>
                    </a:lnTo>
                    <a:lnTo>
                      <a:pt x="9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35"/>
              <p:cNvSpPr/>
              <p:nvPr/>
            </p:nvSpPr>
            <p:spPr>
              <a:xfrm>
                <a:off x="1258094" y="3812172"/>
                <a:ext cx="16080" cy="222264"/>
              </a:xfrm>
              <a:custGeom>
                <a:rect b="b" l="l" r="r" t="t"/>
                <a:pathLst>
                  <a:path extrusionOk="0" h="1866" w="135">
                    <a:moveTo>
                      <a:pt x="27" y="0"/>
                    </a:moveTo>
                    <a:cubicBezTo>
                      <a:pt x="27" y="0"/>
                      <a:pt x="1" y="27"/>
                      <a:pt x="1" y="54"/>
                    </a:cubicBezTo>
                    <a:lnTo>
                      <a:pt x="54" y="1812"/>
                    </a:lnTo>
                    <a:cubicBezTo>
                      <a:pt x="54" y="1839"/>
                      <a:pt x="81" y="1866"/>
                      <a:pt x="107" y="1866"/>
                    </a:cubicBezTo>
                    <a:cubicBezTo>
                      <a:pt x="134" y="1839"/>
                      <a:pt x="134" y="1839"/>
                      <a:pt x="134" y="1812"/>
                    </a:cubicBezTo>
                    <a:lnTo>
                      <a:pt x="81" y="54"/>
                    </a:lnTo>
                    <a:cubicBezTo>
                      <a:pt x="81" y="27"/>
                      <a:pt x="54" y="0"/>
                      <a:pt x="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35"/>
              <p:cNvSpPr/>
              <p:nvPr/>
            </p:nvSpPr>
            <p:spPr>
              <a:xfrm>
                <a:off x="975679" y="3081900"/>
                <a:ext cx="146747" cy="118517"/>
              </a:xfrm>
              <a:custGeom>
                <a:rect b="b" l="l" r="r" t="t"/>
                <a:pathLst>
                  <a:path extrusionOk="0" h="995" w="1232">
                    <a:moveTo>
                      <a:pt x="717" y="0"/>
                    </a:moveTo>
                    <a:cubicBezTo>
                      <a:pt x="700" y="0"/>
                      <a:pt x="684" y="1"/>
                      <a:pt x="666" y="3"/>
                    </a:cubicBezTo>
                    <a:cubicBezTo>
                      <a:pt x="213" y="3"/>
                      <a:pt x="0" y="589"/>
                      <a:pt x="373" y="882"/>
                    </a:cubicBezTo>
                    <a:cubicBezTo>
                      <a:pt x="466" y="960"/>
                      <a:pt x="572" y="995"/>
                      <a:pt x="676" y="995"/>
                    </a:cubicBezTo>
                    <a:cubicBezTo>
                      <a:pt x="961" y="995"/>
                      <a:pt x="1231" y="735"/>
                      <a:pt x="1173" y="403"/>
                    </a:cubicBezTo>
                    <a:cubicBezTo>
                      <a:pt x="1148" y="178"/>
                      <a:pt x="959" y="0"/>
                      <a:pt x="717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35"/>
              <p:cNvSpPr/>
              <p:nvPr/>
            </p:nvSpPr>
            <p:spPr>
              <a:xfrm>
                <a:off x="1016892" y="3107509"/>
                <a:ext cx="142935" cy="92193"/>
              </a:xfrm>
              <a:custGeom>
                <a:rect b="b" l="l" r="r" t="t"/>
                <a:pathLst>
                  <a:path extrusionOk="0" h="774" w="1200">
                    <a:moveTo>
                      <a:pt x="587" y="1"/>
                    </a:moveTo>
                    <a:cubicBezTo>
                      <a:pt x="267" y="1"/>
                      <a:pt x="1" y="188"/>
                      <a:pt x="1" y="401"/>
                    </a:cubicBezTo>
                    <a:cubicBezTo>
                      <a:pt x="1" y="614"/>
                      <a:pt x="267" y="774"/>
                      <a:pt x="587" y="774"/>
                    </a:cubicBezTo>
                    <a:cubicBezTo>
                      <a:pt x="933" y="774"/>
                      <a:pt x="1200" y="614"/>
                      <a:pt x="1200" y="401"/>
                    </a:cubicBezTo>
                    <a:cubicBezTo>
                      <a:pt x="1200" y="188"/>
                      <a:pt x="933" y="1"/>
                      <a:pt x="587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35"/>
              <p:cNvSpPr/>
              <p:nvPr/>
            </p:nvSpPr>
            <p:spPr>
              <a:xfrm>
                <a:off x="1093123" y="3116800"/>
                <a:ext cx="122924" cy="101246"/>
              </a:xfrm>
              <a:custGeom>
                <a:rect b="b" l="l" r="r" t="t"/>
                <a:pathLst>
                  <a:path extrusionOk="0" h="850" w="1032">
                    <a:moveTo>
                      <a:pt x="627" y="0"/>
                    </a:moveTo>
                    <a:cubicBezTo>
                      <a:pt x="614" y="0"/>
                      <a:pt x="600" y="1"/>
                      <a:pt x="586" y="3"/>
                    </a:cubicBezTo>
                    <a:cubicBezTo>
                      <a:pt x="187" y="3"/>
                      <a:pt x="0" y="483"/>
                      <a:pt x="293" y="749"/>
                    </a:cubicBezTo>
                    <a:cubicBezTo>
                      <a:pt x="378" y="818"/>
                      <a:pt x="476" y="850"/>
                      <a:pt x="572" y="850"/>
                    </a:cubicBezTo>
                    <a:cubicBezTo>
                      <a:pt x="808" y="850"/>
                      <a:pt x="1032" y="660"/>
                      <a:pt x="1013" y="376"/>
                    </a:cubicBezTo>
                    <a:cubicBezTo>
                      <a:pt x="1013" y="177"/>
                      <a:pt x="826" y="0"/>
                      <a:pt x="627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35"/>
              <p:cNvSpPr/>
              <p:nvPr/>
            </p:nvSpPr>
            <p:spPr>
              <a:xfrm>
                <a:off x="943876" y="3098099"/>
                <a:ext cx="114467" cy="85761"/>
              </a:xfrm>
              <a:custGeom>
                <a:rect b="b" l="l" r="r" t="t"/>
                <a:pathLst>
                  <a:path extrusionOk="0" h="720" w="961">
                    <a:moveTo>
                      <a:pt x="480" y="0"/>
                    </a:moveTo>
                    <a:cubicBezTo>
                      <a:pt x="241" y="0"/>
                      <a:pt x="1" y="160"/>
                      <a:pt x="1" y="373"/>
                    </a:cubicBezTo>
                    <a:cubicBezTo>
                      <a:pt x="1" y="560"/>
                      <a:pt x="241" y="719"/>
                      <a:pt x="480" y="719"/>
                    </a:cubicBezTo>
                    <a:cubicBezTo>
                      <a:pt x="747" y="719"/>
                      <a:pt x="960" y="560"/>
                      <a:pt x="960" y="373"/>
                    </a:cubicBezTo>
                    <a:cubicBezTo>
                      <a:pt x="960" y="160"/>
                      <a:pt x="747" y="0"/>
                      <a:pt x="480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35"/>
              <p:cNvSpPr/>
              <p:nvPr/>
            </p:nvSpPr>
            <p:spPr>
              <a:xfrm>
                <a:off x="923270" y="3147292"/>
                <a:ext cx="57293" cy="45263"/>
              </a:xfrm>
              <a:custGeom>
                <a:rect b="b" l="l" r="r" t="t"/>
                <a:pathLst>
                  <a:path extrusionOk="0" h="380" w="481">
                    <a:moveTo>
                      <a:pt x="240" y="0"/>
                    </a:moveTo>
                    <a:cubicBezTo>
                      <a:pt x="121" y="0"/>
                      <a:pt x="1" y="67"/>
                      <a:pt x="14" y="200"/>
                    </a:cubicBezTo>
                    <a:cubicBezTo>
                      <a:pt x="1" y="320"/>
                      <a:pt x="121" y="380"/>
                      <a:pt x="240" y="380"/>
                    </a:cubicBezTo>
                    <a:cubicBezTo>
                      <a:pt x="360" y="380"/>
                      <a:pt x="480" y="320"/>
                      <a:pt x="467" y="200"/>
                    </a:cubicBezTo>
                    <a:cubicBezTo>
                      <a:pt x="480" y="67"/>
                      <a:pt x="360" y="0"/>
                      <a:pt x="240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35"/>
              <p:cNvSpPr/>
              <p:nvPr/>
            </p:nvSpPr>
            <p:spPr>
              <a:xfrm>
                <a:off x="880389" y="3231385"/>
                <a:ext cx="57293" cy="35019"/>
              </a:xfrm>
              <a:custGeom>
                <a:rect b="b" l="l" r="r" t="t"/>
                <a:pathLst>
                  <a:path extrusionOk="0" h="294" w="481">
                    <a:moveTo>
                      <a:pt x="241" y="0"/>
                    </a:moveTo>
                    <a:cubicBezTo>
                      <a:pt x="108" y="0"/>
                      <a:pt x="1" y="53"/>
                      <a:pt x="1" y="133"/>
                    </a:cubicBezTo>
                    <a:cubicBezTo>
                      <a:pt x="1" y="240"/>
                      <a:pt x="108" y="293"/>
                      <a:pt x="241" y="293"/>
                    </a:cubicBezTo>
                    <a:cubicBezTo>
                      <a:pt x="374" y="293"/>
                      <a:pt x="481" y="240"/>
                      <a:pt x="481" y="133"/>
                    </a:cubicBezTo>
                    <a:cubicBezTo>
                      <a:pt x="481" y="80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35"/>
              <p:cNvSpPr/>
              <p:nvPr/>
            </p:nvSpPr>
            <p:spPr>
              <a:xfrm>
                <a:off x="886821" y="3209111"/>
                <a:ext cx="66703" cy="38235"/>
              </a:xfrm>
              <a:custGeom>
                <a:rect b="b" l="l" r="r" t="t"/>
                <a:pathLst>
                  <a:path extrusionOk="0" h="321" w="560">
                    <a:moveTo>
                      <a:pt x="267" y="1"/>
                    </a:moveTo>
                    <a:cubicBezTo>
                      <a:pt x="133" y="1"/>
                      <a:pt x="0" y="81"/>
                      <a:pt x="0" y="161"/>
                    </a:cubicBezTo>
                    <a:cubicBezTo>
                      <a:pt x="0" y="267"/>
                      <a:pt x="133" y="320"/>
                      <a:pt x="267" y="320"/>
                    </a:cubicBezTo>
                    <a:cubicBezTo>
                      <a:pt x="427" y="320"/>
                      <a:pt x="560" y="267"/>
                      <a:pt x="560" y="161"/>
                    </a:cubicBezTo>
                    <a:cubicBezTo>
                      <a:pt x="560" y="54"/>
                      <a:pt x="427" y="1"/>
                      <a:pt x="267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35"/>
              <p:cNvSpPr/>
              <p:nvPr/>
            </p:nvSpPr>
            <p:spPr>
              <a:xfrm>
                <a:off x="883605" y="3183264"/>
                <a:ext cx="77661" cy="62177"/>
              </a:xfrm>
              <a:custGeom>
                <a:rect b="b" l="l" r="r" t="t"/>
                <a:pathLst>
                  <a:path extrusionOk="0" h="522" w="652">
                    <a:moveTo>
                      <a:pt x="408" y="0"/>
                    </a:moveTo>
                    <a:cubicBezTo>
                      <a:pt x="396" y="0"/>
                      <a:pt x="385" y="2"/>
                      <a:pt x="374" y="4"/>
                    </a:cubicBezTo>
                    <a:cubicBezTo>
                      <a:pt x="107" y="4"/>
                      <a:pt x="1" y="298"/>
                      <a:pt x="187" y="457"/>
                    </a:cubicBezTo>
                    <a:cubicBezTo>
                      <a:pt x="239" y="502"/>
                      <a:pt x="300" y="522"/>
                      <a:pt x="358" y="522"/>
                    </a:cubicBezTo>
                    <a:cubicBezTo>
                      <a:pt x="510" y="522"/>
                      <a:pt x="652" y="390"/>
                      <a:pt x="613" y="218"/>
                    </a:cubicBezTo>
                    <a:cubicBezTo>
                      <a:pt x="613" y="98"/>
                      <a:pt x="507" y="0"/>
                      <a:pt x="408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35"/>
              <p:cNvSpPr/>
              <p:nvPr/>
            </p:nvSpPr>
            <p:spPr>
              <a:xfrm>
                <a:off x="896350" y="3170995"/>
                <a:ext cx="54077" cy="35019"/>
              </a:xfrm>
              <a:custGeom>
                <a:rect b="b" l="l" r="r" t="t"/>
                <a:pathLst>
                  <a:path extrusionOk="0" h="294" w="454">
                    <a:moveTo>
                      <a:pt x="213" y="1"/>
                    </a:moveTo>
                    <a:cubicBezTo>
                      <a:pt x="107" y="1"/>
                      <a:pt x="0" y="54"/>
                      <a:pt x="0" y="134"/>
                    </a:cubicBezTo>
                    <a:cubicBezTo>
                      <a:pt x="0" y="214"/>
                      <a:pt x="107" y="294"/>
                      <a:pt x="213" y="294"/>
                    </a:cubicBezTo>
                    <a:cubicBezTo>
                      <a:pt x="347" y="294"/>
                      <a:pt x="453" y="214"/>
                      <a:pt x="453" y="134"/>
                    </a:cubicBezTo>
                    <a:cubicBezTo>
                      <a:pt x="453" y="54"/>
                      <a:pt x="347" y="1"/>
                      <a:pt x="213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35"/>
              <p:cNvSpPr/>
              <p:nvPr/>
            </p:nvSpPr>
            <p:spPr>
              <a:xfrm>
                <a:off x="889918" y="3145625"/>
                <a:ext cx="88977" cy="60390"/>
              </a:xfrm>
              <a:custGeom>
                <a:rect b="b" l="l" r="r" t="t"/>
                <a:pathLst>
                  <a:path extrusionOk="0" h="507" w="747">
                    <a:moveTo>
                      <a:pt x="374" y="1"/>
                    </a:moveTo>
                    <a:cubicBezTo>
                      <a:pt x="161" y="1"/>
                      <a:pt x="1" y="107"/>
                      <a:pt x="1" y="241"/>
                    </a:cubicBezTo>
                    <a:cubicBezTo>
                      <a:pt x="1" y="374"/>
                      <a:pt x="161" y="507"/>
                      <a:pt x="374" y="507"/>
                    </a:cubicBezTo>
                    <a:cubicBezTo>
                      <a:pt x="560" y="507"/>
                      <a:pt x="747" y="374"/>
                      <a:pt x="747" y="241"/>
                    </a:cubicBezTo>
                    <a:cubicBezTo>
                      <a:pt x="747" y="107"/>
                      <a:pt x="560" y="1"/>
                      <a:pt x="374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35"/>
              <p:cNvSpPr/>
              <p:nvPr/>
            </p:nvSpPr>
            <p:spPr>
              <a:xfrm>
                <a:off x="916123" y="3132522"/>
                <a:ext cx="69204" cy="57770"/>
              </a:xfrm>
              <a:custGeom>
                <a:rect b="b" l="l" r="r" t="t"/>
                <a:pathLst>
                  <a:path extrusionOk="0" h="485" w="581">
                    <a:moveTo>
                      <a:pt x="328" y="0"/>
                    </a:moveTo>
                    <a:cubicBezTo>
                      <a:pt x="315" y="0"/>
                      <a:pt x="301" y="1"/>
                      <a:pt x="287" y="4"/>
                    </a:cubicBezTo>
                    <a:cubicBezTo>
                      <a:pt x="274" y="2"/>
                      <a:pt x="261" y="1"/>
                      <a:pt x="249" y="1"/>
                    </a:cubicBezTo>
                    <a:cubicBezTo>
                      <a:pt x="1" y="1"/>
                      <a:pt x="7" y="485"/>
                      <a:pt x="267" y="485"/>
                    </a:cubicBezTo>
                    <a:cubicBezTo>
                      <a:pt x="274" y="485"/>
                      <a:pt x="280" y="484"/>
                      <a:pt x="287" y="484"/>
                    </a:cubicBezTo>
                    <a:cubicBezTo>
                      <a:pt x="420" y="484"/>
                      <a:pt x="554" y="377"/>
                      <a:pt x="580" y="244"/>
                    </a:cubicBezTo>
                    <a:cubicBezTo>
                      <a:pt x="556" y="101"/>
                      <a:pt x="447" y="0"/>
                      <a:pt x="328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35"/>
              <p:cNvSpPr/>
              <p:nvPr/>
            </p:nvSpPr>
            <p:spPr>
              <a:xfrm>
                <a:off x="912192" y="3104412"/>
                <a:ext cx="120661" cy="76232"/>
              </a:xfrm>
              <a:custGeom>
                <a:rect b="b" l="l" r="r" t="t"/>
                <a:pathLst>
                  <a:path extrusionOk="0" h="640" w="1013">
                    <a:moveTo>
                      <a:pt x="507" y="0"/>
                    </a:moveTo>
                    <a:cubicBezTo>
                      <a:pt x="214" y="0"/>
                      <a:pt x="0" y="134"/>
                      <a:pt x="0" y="320"/>
                    </a:cubicBezTo>
                    <a:cubicBezTo>
                      <a:pt x="0" y="480"/>
                      <a:pt x="214" y="640"/>
                      <a:pt x="507" y="640"/>
                    </a:cubicBezTo>
                    <a:cubicBezTo>
                      <a:pt x="773" y="640"/>
                      <a:pt x="1013" y="480"/>
                      <a:pt x="1013" y="320"/>
                    </a:cubicBezTo>
                    <a:cubicBezTo>
                      <a:pt x="1013" y="134"/>
                      <a:pt x="773" y="0"/>
                      <a:pt x="507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35"/>
              <p:cNvSpPr/>
              <p:nvPr/>
            </p:nvSpPr>
            <p:spPr>
              <a:xfrm>
                <a:off x="988305" y="3094883"/>
                <a:ext cx="57293" cy="38235"/>
              </a:xfrm>
              <a:custGeom>
                <a:rect b="b" l="l" r="r" t="t"/>
                <a:pathLst>
                  <a:path extrusionOk="0" h="321" w="481">
                    <a:moveTo>
                      <a:pt x="241" y="0"/>
                    </a:moveTo>
                    <a:cubicBezTo>
                      <a:pt x="107" y="0"/>
                      <a:pt x="1" y="54"/>
                      <a:pt x="1" y="160"/>
                    </a:cubicBezTo>
                    <a:cubicBezTo>
                      <a:pt x="1" y="240"/>
                      <a:pt x="107" y="320"/>
                      <a:pt x="241" y="320"/>
                    </a:cubicBezTo>
                    <a:cubicBezTo>
                      <a:pt x="374" y="320"/>
                      <a:pt x="481" y="240"/>
                      <a:pt x="481" y="160"/>
                    </a:cubicBezTo>
                    <a:cubicBezTo>
                      <a:pt x="481" y="54"/>
                      <a:pt x="374" y="0"/>
                      <a:pt x="241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35"/>
              <p:cNvSpPr/>
              <p:nvPr/>
            </p:nvSpPr>
            <p:spPr>
              <a:xfrm>
                <a:off x="1080378" y="3091667"/>
                <a:ext cx="108035" cy="66822"/>
              </a:xfrm>
              <a:custGeom>
                <a:rect b="b" l="l" r="r" t="t"/>
                <a:pathLst>
                  <a:path extrusionOk="0" h="561" w="907">
                    <a:moveTo>
                      <a:pt x="454" y="1"/>
                    </a:moveTo>
                    <a:cubicBezTo>
                      <a:pt x="187" y="1"/>
                      <a:pt x="1" y="107"/>
                      <a:pt x="1" y="267"/>
                    </a:cubicBezTo>
                    <a:cubicBezTo>
                      <a:pt x="1" y="427"/>
                      <a:pt x="187" y="560"/>
                      <a:pt x="454" y="560"/>
                    </a:cubicBezTo>
                    <a:cubicBezTo>
                      <a:pt x="693" y="560"/>
                      <a:pt x="907" y="427"/>
                      <a:pt x="907" y="267"/>
                    </a:cubicBezTo>
                    <a:cubicBezTo>
                      <a:pt x="907" y="107"/>
                      <a:pt x="693" y="1"/>
                      <a:pt x="454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35"/>
              <p:cNvSpPr/>
              <p:nvPr/>
            </p:nvSpPr>
            <p:spPr>
              <a:xfrm>
                <a:off x="1153394" y="3170519"/>
                <a:ext cx="88143" cy="69919"/>
              </a:xfrm>
              <a:custGeom>
                <a:rect b="b" l="l" r="r" t="t"/>
                <a:pathLst>
                  <a:path extrusionOk="0" h="587" w="740">
                    <a:moveTo>
                      <a:pt x="468" y="1"/>
                    </a:moveTo>
                    <a:cubicBezTo>
                      <a:pt x="454" y="1"/>
                      <a:pt x="441" y="2"/>
                      <a:pt x="427" y="5"/>
                    </a:cubicBezTo>
                    <a:cubicBezTo>
                      <a:pt x="134" y="5"/>
                      <a:pt x="0" y="351"/>
                      <a:pt x="214" y="511"/>
                    </a:cubicBezTo>
                    <a:cubicBezTo>
                      <a:pt x="274" y="564"/>
                      <a:pt x="342" y="587"/>
                      <a:pt x="409" y="587"/>
                    </a:cubicBezTo>
                    <a:cubicBezTo>
                      <a:pt x="579" y="587"/>
                      <a:pt x="739" y="436"/>
                      <a:pt x="720" y="245"/>
                    </a:cubicBezTo>
                    <a:cubicBezTo>
                      <a:pt x="696" y="101"/>
                      <a:pt x="586" y="1"/>
                      <a:pt x="468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35"/>
              <p:cNvSpPr/>
              <p:nvPr/>
            </p:nvSpPr>
            <p:spPr>
              <a:xfrm>
                <a:off x="867763" y="2920266"/>
                <a:ext cx="146151" cy="168425"/>
              </a:xfrm>
              <a:custGeom>
                <a:rect b="b" l="l" r="r" t="t"/>
                <a:pathLst>
                  <a:path extrusionOk="0" h="1414" w="1227">
                    <a:moveTo>
                      <a:pt x="613" y="1"/>
                    </a:moveTo>
                    <a:cubicBezTo>
                      <a:pt x="267" y="1"/>
                      <a:pt x="0" y="321"/>
                      <a:pt x="0" y="720"/>
                    </a:cubicBezTo>
                    <a:cubicBezTo>
                      <a:pt x="0" y="1120"/>
                      <a:pt x="267" y="1413"/>
                      <a:pt x="613" y="1413"/>
                    </a:cubicBezTo>
                    <a:cubicBezTo>
                      <a:pt x="960" y="1413"/>
                      <a:pt x="1226" y="1120"/>
                      <a:pt x="1226" y="720"/>
                    </a:cubicBezTo>
                    <a:cubicBezTo>
                      <a:pt x="1226" y="321"/>
                      <a:pt x="960" y="1"/>
                      <a:pt x="613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5"/>
              <p:cNvSpPr/>
              <p:nvPr/>
            </p:nvSpPr>
            <p:spPr>
              <a:xfrm>
                <a:off x="810590" y="2948853"/>
                <a:ext cx="149367" cy="133406"/>
              </a:xfrm>
              <a:custGeom>
                <a:rect b="b" l="l" r="r" t="t"/>
                <a:pathLst>
                  <a:path extrusionOk="0" h="1120" w="1254">
                    <a:moveTo>
                      <a:pt x="640" y="1"/>
                    </a:moveTo>
                    <a:cubicBezTo>
                      <a:pt x="267" y="1"/>
                      <a:pt x="1" y="241"/>
                      <a:pt x="1" y="560"/>
                    </a:cubicBezTo>
                    <a:cubicBezTo>
                      <a:pt x="1" y="880"/>
                      <a:pt x="267" y="1120"/>
                      <a:pt x="640" y="1120"/>
                    </a:cubicBezTo>
                    <a:cubicBezTo>
                      <a:pt x="987" y="1120"/>
                      <a:pt x="1253" y="880"/>
                      <a:pt x="1253" y="560"/>
                    </a:cubicBezTo>
                    <a:cubicBezTo>
                      <a:pt x="1253" y="241"/>
                      <a:pt x="987" y="1"/>
                      <a:pt x="640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35"/>
              <p:cNvSpPr/>
              <p:nvPr/>
            </p:nvSpPr>
            <p:spPr>
              <a:xfrm>
                <a:off x="766161" y="2958143"/>
                <a:ext cx="176882" cy="149367"/>
              </a:xfrm>
              <a:custGeom>
                <a:rect b="b" l="l" r="r" t="t"/>
                <a:pathLst>
                  <a:path extrusionOk="0" h="1254" w="1485">
                    <a:moveTo>
                      <a:pt x="870" y="1"/>
                    </a:moveTo>
                    <a:cubicBezTo>
                      <a:pt x="856" y="1"/>
                      <a:pt x="841" y="2"/>
                      <a:pt x="827" y="3"/>
                    </a:cubicBezTo>
                    <a:cubicBezTo>
                      <a:pt x="267" y="3"/>
                      <a:pt x="1" y="669"/>
                      <a:pt x="400" y="1068"/>
                    </a:cubicBezTo>
                    <a:cubicBezTo>
                      <a:pt x="528" y="1196"/>
                      <a:pt x="686" y="1253"/>
                      <a:pt x="841" y="1253"/>
                    </a:cubicBezTo>
                    <a:cubicBezTo>
                      <a:pt x="1170" y="1253"/>
                      <a:pt x="1484" y="996"/>
                      <a:pt x="1466" y="615"/>
                    </a:cubicBezTo>
                    <a:cubicBezTo>
                      <a:pt x="1466" y="284"/>
                      <a:pt x="1197" y="1"/>
                      <a:pt x="870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35"/>
              <p:cNvSpPr/>
              <p:nvPr/>
            </p:nvSpPr>
            <p:spPr>
              <a:xfrm>
                <a:off x="813806" y="2920266"/>
                <a:ext cx="146151" cy="85880"/>
              </a:xfrm>
              <a:custGeom>
                <a:rect b="b" l="l" r="r" t="t"/>
                <a:pathLst>
                  <a:path extrusionOk="0" h="721" w="1227">
                    <a:moveTo>
                      <a:pt x="613" y="1"/>
                    </a:moveTo>
                    <a:cubicBezTo>
                      <a:pt x="267" y="1"/>
                      <a:pt x="0" y="161"/>
                      <a:pt x="0" y="347"/>
                    </a:cubicBezTo>
                    <a:cubicBezTo>
                      <a:pt x="0" y="560"/>
                      <a:pt x="267" y="720"/>
                      <a:pt x="613" y="720"/>
                    </a:cubicBezTo>
                    <a:cubicBezTo>
                      <a:pt x="960" y="720"/>
                      <a:pt x="1226" y="560"/>
                      <a:pt x="1226" y="347"/>
                    </a:cubicBezTo>
                    <a:cubicBezTo>
                      <a:pt x="1226" y="161"/>
                      <a:pt x="960" y="1"/>
                      <a:pt x="613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5"/>
              <p:cNvSpPr/>
              <p:nvPr/>
            </p:nvSpPr>
            <p:spPr>
              <a:xfrm>
                <a:off x="921721" y="2904424"/>
                <a:ext cx="146151" cy="125306"/>
              </a:xfrm>
              <a:custGeom>
                <a:rect b="b" l="l" r="r" t="t"/>
                <a:pathLst>
                  <a:path extrusionOk="0" h="1052" w="1227">
                    <a:moveTo>
                      <a:pt x="693" y="1"/>
                    </a:moveTo>
                    <a:cubicBezTo>
                      <a:pt x="213" y="1"/>
                      <a:pt x="0" y="560"/>
                      <a:pt x="320" y="880"/>
                    </a:cubicBezTo>
                    <a:cubicBezTo>
                      <a:pt x="430" y="999"/>
                      <a:pt x="568" y="1052"/>
                      <a:pt x="703" y="1052"/>
                    </a:cubicBezTo>
                    <a:cubicBezTo>
                      <a:pt x="961" y="1052"/>
                      <a:pt x="1209" y="858"/>
                      <a:pt x="1226" y="560"/>
                    </a:cubicBezTo>
                    <a:cubicBezTo>
                      <a:pt x="1226" y="240"/>
                      <a:pt x="986" y="1"/>
                      <a:pt x="693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5"/>
              <p:cNvSpPr/>
              <p:nvPr/>
            </p:nvSpPr>
            <p:spPr>
              <a:xfrm>
                <a:off x="858234" y="2996259"/>
                <a:ext cx="189627" cy="153060"/>
              </a:xfrm>
              <a:custGeom>
                <a:rect b="b" l="l" r="r" t="t"/>
                <a:pathLst>
                  <a:path extrusionOk="0" h="1285" w="1592">
                    <a:moveTo>
                      <a:pt x="929" y="0"/>
                    </a:moveTo>
                    <a:cubicBezTo>
                      <a:pt x="913" y="0"/>
                      <a:pt x="896" y="1"/>
                      <a:pt x="880" y="2"/>
                    </a:cubicBezTo>
                    <a:cubicBezTo>
                      <a:pt x="267" y="2"/>
                      <a:pt x="0" y="748"/>
                      <a:pt x="480" y="1148"/>
                    </a:cubicBezTo>
                    <a:cubicBezTo>
                      <a:pt x="602" y="1243"/>
                      <a:pt x="736" y="1284"/>
                      <a:pt x="865" y="1284"/>
                    </a:cubicBezTo>
                    <a:cubicBezTo>
                      <a:pt x="1246" y="1284"/>
                      <a:pt x="1592" y="926"/>
                      <a:pt x="1493" y="509"/>
                    </a:cubicBezTo>
                    <a:cubicBezTo>
                      <a:pt x="1442" y="207"/>
                      <a:pt x="1202" y="0"/>
                      <a:pt x="929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35"/>
              <p:cNvSpPr/>
              <p:nvPr/>
            </p:nvSpPr>
            <p:spPr>
              <a:xfrm>
                <a:off x="931250" y="2977082"/>
                <a:ext cx="140315" cy="115539"/>
              </a:xfrm>
              <a:custGeom>
                <a:rect b="b" l="l" r="r" t="t"/>
                <a:pathLst>
                  <a:path extrusionOk="0" h="970" w="1178">
                    <a:moveTo>
                      <a:pt x="686" y="1"/>
                    </a:moveTo>
                    <a:cubicBezTo>
                      <a:pt x="670" y="1"/>
                      <a:pt x="655" y="2"/>
                      <a:pt x="640" y="4"/>
                    </a:cubicBezTo>
                    <a:cubicBezTo>
                      <a:pt x="187" y="4"/>
                      <a:pt x="0" y="563"/>
                      <a:pt x="347" y="856"/>
                    </a:cubicBezTo>
                    <a:cubicBezTo>
                      <a:pt x="439" y="934"/>
                      <a:pt x="543" y="969"/>
                      <a:pt x="644" y="969"/>
                    </a:cubicBezTo>
                    <a:cubicBezTo>
                      <a:pt x="922" y="969"/>
                      <a:pt x="1178" y="709"/>
                      <a:pt x="1119" y="377"/>
                    </a:cubicBezTo>
                    <a:cubicBezTo>
                      <a:pt x="1094" y="177"/>
                      <a:pt x="906" y="1"/>
                      <a:pt x="686" y="1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5"/>
              <p:cNvSpPr/>
              <p:nvPr/>
            </p:nvSpPr>
            <p:spPr>
              <a:xfrm>
                <a:off x="839177" y="3047001"/>
                <a:ext cx="128522" cy="105176"/>
              </a:xfrm>
              <a:custGeom>
                <a:rect b="b" l="l" r="r" t="t"/>
                <a:pathLst>
                  <a:path extrusionOk="0" h="883" w="1079">
                    <a:moveTo>
                      <a:pt x="654" y="0"/>
                    </a:moveTo>
                    <a:cubicBezTo>
                      <a:pt x="641" y="0"/>
                      <a:pt x="627" y="1"/>
                      <a:pt x="613" y="3"/>
                    </a:cubicBezTo>
                    <a:cubicBezTo>
                      <a:pt x="187" y="3"/>
                      <a:pt x="1" y="509"/>
                      <a:pt x="320" y="775"/>
                    </a:cubicBezTo>
                    <a:cubicBezTo>
                      <a:pt x="402" y="850"/>
                      <a:pt x="499" y="883"/>
                      <a:pt x="594" y="883"/>
                    </a:cubicBezTo>
                    <a:cubicBezTo>
                      <a:pt x="840" y="883"/>
                      <a:pt x="1078" y="664"/>
                      <a:pt x="1040" y="376"/>
                    </a:cubicBezTo>
                    <a:cubicBezTo>
                      <a:pt x="1015" y="176"/>
                      <a:pt x="850" y="0"/>
                      <a:pt x="654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35"/>
              <p:cNvSpPr/>
              <p:nvPr/>
            </p:nvSpPr>
            <p:spPr>
              <a:xfrm>
                <a:off x="747103" y="2986968"/>
                <a:ext cx="177835" cy="149724"/>
              </a:xfrm>
              <a:custGeom>
                <a:rect b="b" l="l" r="r" t="t"/>
                <a:pathLst>
                  <a:path extrusionOk="0" h="1257" w="1493">
                    <a:moveTo>
                      <a:pt x="853" y="0"/>
                    </a:moveTo>
                    <a:cubicBezTo>
                      <a:pt x="267" y="0"/>
                      <a:pt x="1" y="667"/>
                      <a:pt x="400" y="1066"/>
                    </a:cubicBezTo>
                    <a:cubicBezTo>
                      <a:pt x="532" y="1197"/>
                      <a:pt x="694" y="1257"/>
                      <a:pt x="854" y="1257"/>
                    </a:cubicBezTo>
                    <a:cubicBezTo>
                      <a:pt x="1180" y="1257"/>
                      <a:pt x="1493" y="1007"/>
                      <a:pt x="1493" y="613"/>
                    </a:cubicBezTo>
                    <a:cubicBezTo>
                      <a:pt x="1466" y="267"/>
                      <a:pt x="1200" y="0"/>
                      <a:pt x="853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5"/>
              <p:cNvSpPr/>
              <p:nvPr/>
            </p:nvSpPr>
            <p:spPr>
              <a:xfrm>
                <a:off x="867763" y="2888582"/>
                <a:ext cx="139719" cy="104819"/>
              </a:xfrm>
              <a:custGeom>
                <a:rect b="b" l="l" r="r" t="t"/>
                <a:pathLst>
                  <a:path extrusionOk="0" h="880" w="1173">
                    <a:moveTo>
                      <a:pt x="587" y="0"/>
                    </a:moveTo>
                    <a:cubicBezTo>
                      <a:pt x="267" y="0"/>
                      <a:pt x="0" y="187"/>
                      <a:pt x="0" y="427"/>
                    </a:cubicBezTo>
                    <a:cubicBezTo>
                      <a:pt x="0" y="667"/>
                      <a:pt x="267" y="880"/>
                      <a:pt x="587" y="880"/>
                    </a:cubicBezTo>
                    <a:cubicBezTo>
                      <a:pt x="906" y="880"/>
                      <a:pt x="1173" y="667"/>
                      <a:pt x="1173" y="427"/>
                    </a:cubicBezTo>
                    <a:cubicBezTo>
                      <a:pt x="1173" y="187"/>
                      <a:pt x="906" y="0"/>
                      <a:pt x="587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5"/>
              <p:cNvSpPr/>
              <p:nvPr/>
            </p:nvSpPr>
            <p:spPr>
              <a:xfrm>
                <a:off x="1007363" y="3025084"/>
                <a:ext cx="66822" cy="79448"/>
              </a:xfrm>
              <a:custGeom>
                <a:rect b="b" l="l" r="r" t="t"/>
                <a:pathLst>
                  <a:path extrusionOk="0" h="667" w="561">
                    <a:moveTo>
                      <a:pt x="294" y="0"/>
                    </a:moveTo>
                    <a:cubicBezTo>
                      <a:pt x="134" y="0"/>
                      <a:pt x="1" y="160"/>
                      <a:pt x="1" y="347"/>
                    </a:cubicBezTo>
                    <a:cubicBezTo>
                      <a:pt x="1" y="506"/>
                      <a:pt x="134" y="666"/>
                      <a:pt x="294" y="666"/>
                    </a:cubicBezTo>
                    <a:cubicBezTo>
                      <a:pt x="427" y="666"/>
                      <a:pt x="560" y="506"/>
                      <a:pt x="560" y="347"/>
                    </a:cubicBezTo>
                    <a:cubicBezTo>
                      <a:pt x="560" y="160"/>
                      <a:pt x="427" y="0"/>
                      <a:pt x="294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35"/>
              <p:cNvSpPr/>
              <p:nvPr/>
            </p:nvSpPr>
            <p:spPr>
              <a:xfrm>
                <a:off x="807493" y="3094883"/>
                <a:ext cx="139719" cy="82664"/>
              </a:xfrm>
              <a:custGeom>
                <a:rect b="b" l="l" r="r" t="t"/>
                <a:pathLst>
                  <a:path extrusionOk="0" h="694" w="1173">
                    <a:moveTo>
                      <a:pt x="586" y="0"/>
                    </a:moveTo>
                    <a:cubicBezTo>
                      <a:pt x="267" y="0"/>
                      <a:pt x="0" y="160"/>
                      <a:pt x="0" y="347"/>
                    </a:cubicBezTo>
                    <a:cubicBezTo>
                      <a:pt x="0" y="533"/>
                      <a:pt x="267" y="693"/>
                      <a:pt x="586" y="693"/>
                    </a:cubicBezTo>
                    <a:cubicBezTo>
                      <a:pt x="906" y="693"/>
                      <a:pt x="1172" y="533"/>
                      <a:pt x="1172" y="347"/>
                    </a:cubicBezTo>
                    <a:cubicBezTo>
                      <a:pt x="1172" y="160"/>
                      <a:pt x="906" y="0"/>
                      <a:pt x="586" y="0"/>
                    </a:cubicBezTo>
                    <a:close/>
                  </a:path>
                </a:pathLst>
              </a:custGeom>
              <a:solidFill>
                <a:srgbClr val="03030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35"/>
              <p:cNvSpPr/>
              <p:nvPr/>
            </p:nvSpPr>
            <p:spPr>
              <a:xfrm>
                <a:off x="639187" y="3501172"/>
                <a:ext cx="279438" cy="431664"/>
              </a:xfrm>
              <a:custGeom>
                <a:rect b="b" l="l" r="r" t="t"/>
                <a:pathLst>
                  <a:path extrusionOk="0" h="3624" w="2346">
                    <a:moveTo>
                      <a:pt x="2053" y="0"/>
                    </a:moveTo>
                    <a:cubicBezTo>
                      <a:pt x="1306" y="719"/>
                      <a:pt x="720" y="1572"/>
                      <a:pt x="294" y="2505"/>
                    </a:cubicBezTo>
                    <a:cubicBezTo>
                      <a:pt x="187" y="2745"/>
                      <a:pt x="81" y="2984"/>
                      <a:pt x="1" y="3251"/>
                    </a:cubicBezTo>
                    <a:lnTo>
                      <a:pt x="827" y="3624"/>
                    </a:lnTo>
                    <a:cubicBezTo>
                      <a:pt x="960" y="3464"/>
                      <a:pt x="1067" y="3277"/>
                      <a:pt x="1173" y="3091"/>
                    </a:cubicBezTo>
                    <a:cubicBezTo>
                      <a:pt x="1680" y="2105"/>
                      <a:pt x="1573" y="1492"/>
                      <a:pt x="2079" y="586"/>
                    </a:cubicBezTo>
                    <a:cubicBezTo>
                      <a:pt x="2159" y="453"/>
                      <a:pt x="2239" y="293"/>
                      <a:pt x="2346" y="187"/>
                    </a:cubicBezTo>
                    <a:lnTo>
                      <a:pt x="2053" y="0"/>
                    </a:lnTo>
                    <a:close/>
                  </a:path>
                </a:pathLst>
              </a:custGeom>
              <a:solidFill>
                <a:srgbClr val="F386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5"/>
              <p:cNvSpPr/>
              <p:nvPr/>
            </p:nvSpPr>
            <p:spPr>
              <a:xfrm>
                <a:off x="801061" y="3230075"/>
                <a:ext cx="222264" cy="384733"/>
              </a:xfrm>
              <a:custGeom>
                <a:rect b="b" l="l" r="r" t="t"/>
                <a:pathLst>
                  <a:path extrusionOk="0" h="3230" w="1866">
                    <a:moveTo>
                      <a:pt x="700" y="1"/>
                    </a:moveTo>
                    <a:cubicBezTo>
                      <a:pt x="632" y="1"/>
                      <a:pt x="567" y="14"/>
                      <a:pt x="507" y="38"/>
                    </a:cubicBezTo>
                    <a:cubicBezTo>
                      <a:pt x="321" y="91"/>
                      <a:pt x="161" y="198"/>
                      <a:pt x="54" y="358"/>
                    </a:cubicBezTo>
                    <a:cubicBezTo>
                      <a:pt x="1" y="411"/>
                      <a:pt x="1" y="491"/>
                      <a:pt x="1" y="571"/>
                    </a:cubicBezTo>
                    <a:cubicBezTo>
                      <a:pt x="134" y="1317"/>
                      <a:pt x="347" y="2063"/>
                      <a:pt x="720" y="2756"/>
                    </a:cubicBezTo>
                    <a:cubicBezTo>
                      <a:pt x="827" y="2995"/>
                      <a:pt x="1040" y="3155"/>
                      <a:pt x="1306" y="3209"/>
                    </a:cubicBezTo>
                    <a:cubicBezTo>
                      <a:pt x="1355" y="3222"/>
                      <a:pt x="1401" y="3229"/>
                      <a:pt x="1446" y="3229"/>
                    </a:cubicBezTo>
                    <a:cubicBezTo>
                      <a:pt x="1574" y="3229"/>
                      <a:pt x="1687" y="3174"/>
                      <a:pt x="1786" y="3075"/>
                    </a:cubicBezTo>
                    <a:cubicBezTo>
                      <a:pt x="1866" y="2942"/>
                      <a:pt x="1866" y="2782"/>
                      <a:pt x="1813" y="2622"/>
                    </a:cubicBezTo>
                    <a:cubicBezTo>
                      <a:pt x="1600" y="1716"/>
                      <a:pt x="1466" y="1050"/>
                      <a:pt x="1440" y="731"/>
                    </a:cubicBezTo>
                    <a:cubicBezTo>
                      <a:pt x="1413" y="571"/>
                      <a:pt x="1333" y="384"/>
                      <a:pt x="1226" y="251"/>
                    </a:cubicBezTo>
                    <a:lnTo>
                      <a:pt x="1067" y="144"/>
                    </a:lnTo>
                    <a:cubicBezTo>
                      <a:pt x="1040" y="91"/>
                      <a:pt x="987" y="64"/>
                      <a:pt x="960" y="64"/>
                    </a:cubicBezTo>
                    <a:cubicBezTo>
                      <a:pt x="872" y="20"/>
                      <a:pt x="784" y="1"/>
                      <a:pt x="7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5"/>
              <p:cNvSpPr/>
              <p:nvPr/>
            </p:nvSpPr>
            <p:spPr>
              <a:xfrm>
                <a:off x="810590" y="3323339"/>
                <a:ext cx="196893" cy="263477"/>
              </a:xfrm>
              <a:custGeom>
                <a:rect b="b" l="l" r="r" t="t"/>
                <a:pathLst>
                  <a:path extrusionOk="0" h="2212" w="1653">
                    <a:moveTo>
                      <a:pt x="1280" y="1"/>
                    </a:moveTo>
                    <a:cubicBezTo>
                      <a:pt x="1226" y="1"/>
                      <a:pt x="1146" y="81"/>
                      <a:pt x="960" y="507"/>
                    </a:cubicBezTo>
                    <a:lnTo>
                      <a:pt x="454" y="1120"/>
                    </a:lnTo>
                    <a:lnTo>
                      <a:pt x="267" y="1173"/>
                    </a:lnTo>
                    <a:lnTo>
                      <a:pt x="134" y="667"/>
                    </a:lnTo>
                    <a:cubicBezTo>
                      <a:pt x="81" y="800"/>
                      <a:pt x="54" y="907"/>
                      <a:pt x="27" y="1040"/>
                    </a:cubicBezTo>
                    <a:cubicBezTo>
                      <a:pt x="1" y="1413"/>
                      <a:pt x="81" y="2053"/>
                      <a:pt x="534" y="2186"/>
                    </a:cubicBezTo>
                    <a:cubicBezTo>
                      <a:pt x="593" y="2203"/>
                      <a:pt x="652" y="2211"/>
                      <a:pt x="709" y="2211"/>
                    </a:cubicBezTo>
                    <a:cubicBezTo>
                      <a:pt x="1087" y="2211"/>
                      <a:pt x="1407" y="1868"/>
                      <a:pt x="1546" y="1706"/>
                    </a:cubicBezTo>
                    <a:cubicBezTo>
                      <a:pt x="1573" y="1653"/>
                      <a:pt x="1653" y="1546"/>
                      <a:pt x="1653" y="1493"/>
                    </a:cubicBezTo>
                    <a:cubicBezTo>
                      <a:pt x="1626" y="1466"/>
                      <a:pt x="1573" y="1466"/>
                      <a:pt x="1573" y="1466"/>
                    </a:cubicBezTo>
                    <a:cubicBezTo>
                      <a:pt x="1561" y="1464"/>
                      <a:pt x="1549" y="1463"/>
                      <a:pt x="1537" y="1463"/>
                    </a:cubicBezTo>
                    <a:cubicBezTo>
                      <a:pt x="1485" y="1463"/>
                      <a:pt x="1435" y="1483"/>
                      <a:pt x="1395" y="1507"/>
                    </a:cubicBezTo>
                    <a:lnTo>
                      <a:pt x="1395" y="1507"/>
                    </a:lnTo>
                    <a:lnTo>
                      <a:pt x="1520" y="1413"/>
                    </a:lnTo>
                    <a:cubicBezTo>
                      <a:pt x="1573" y="1333"/>
                      <a:pt x="1599" y="1307"/>
                      <a:pt x="1599" y="1280"/>
                    </a:cubicBezTo>
                    <a:cubicBezTo>
                      <a:pt x="1599" y="1227"/>
                      <a:pt x="1573" y="1200"/>
                      <a:pt x="1546" y="1173"/>
                    </a:cubicBezTo>
                    <a:cubicBezTo>
                      <a:pt x="1522" y="1159"/>
                      <a:pt x="1496" y="1153"/>
                      <a:pt x="1469" y="1153"/>
                    </a:cubicBezTo>
                    <a:cubicBezTo>
                      <a:pt x="1353" y="1153"/>
                      <a:pt x="1219" y="1256"/>
                      <a:pt x="1181" y="1256"/>
                    </a:cubicBezTo>
                    <a:cubicBezTo>
                      <a:pt x="1178" y="1256"/>
                      <a:pt x="1175" y="1255"/>
                      <a:pt x="1173" y="1253"/>
                    </a:cubicBezTo>
                    <a:cubicBezTo>
                      <a:pt x="1173" y="1253"/>
                      <a:pt x="1466" y="1093"/>
                      <a:pt x="1466" y="933"/>
                    </a:cubicBezTo>
                    <a:cubicBezTo>
                      <a:pt x="1466" y="907"/>
                      <a:pt x="1440" y="854"/>
                      <a:pt x="1413" y="827"/>
                    </a:cubicBezTo>
                    <a:lnTo>
                      <a:pt x="880" y="1067"/>
                    </a:lnTo>
                    <a:lnTo>
                      <a:pt x="1200" y="640"/>
                    </a:lnTo>
                    <a:cubicBezTo>
                      <a:pt x="1333" y="134"/>
                      <a:pt x="1333" y="1"/>
                      <a:pt x="1280" y="1"/>
                    </a:cubicBezTo>
                    <a:close/>
                  </a:path>
                </a:pathLst>
              </a:custGeom>
              <a:solidFill>
                <a:srgbClr val="85200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35"/>
              <p:cNvSpPr/>
              <p:nvPr/>
            </p:nvSpPr>
            <p:spPr>
              <a:xfrm>
                <a:off x="544017" y="3567755"/>
                <a:ext cx="346022" cy="498367"/>
              </a:xfrm>
              <a:custGeom>
                <a:rect b="b" l="l" r="r" t="t"/>
                <a:pathLst>
                  <a:path extrusionOk="0" h="4184" w="2905">
                    <a:moveTo>
                      <a:pt x="2185" y="1"/>
                    </a:moveTo>
                    <a:cubicBezTo>
                      <a:pt x="1573" y="960"/>
                      <a:pt x="933" y="1919"/>
                      <a:pt x="294" y="2852"/>
                    </a:cubicBezTo>
                    <a:cubicBezTo>
                      <a:pt x="0" y="3385"/>
                      <a:pt x="80" y="3918"/>
                      <a:pt x="347" y="4104"/>
                    </a:cubicBezTo>
                    <a:cubicBezTo>
                      <a:pt x="467" y="4157"/>
                      <a:pt x="600" y="4184"/>
                      <a:pt x="733" y="4184"/>
                    </a:cubicBezTo>
                    <a:cubicBezTo>
                      <a:pt x="866" y="4184"/>
                      <a:pt x="1000" y="4157"/>
                      <a:pt x="1120" y="4104"/>
                    </a:cubicBezTo>
                    <a:cubicBezTo>
                      <a:pt x="1386" y="3918"/>
                      <a:pt x="1599" y="3624"/>
                      <a:pt x="1626" y="3278"/>
                    </a:cubicBezTo>
                    <a:lnTo>
                      <a:pt x="2905" y="507"/>
                    </a:lnTo>
                    <a:lnTo>
                      <a:pt x="21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35"/>
              <p:cNvSpPr/>
              <p:nvPr/>
            </p:nvSpPr>
            <p:spPr>
              <a:xfrm>
                <a:off x="709106" y="3655183"/>
                <a:ext cx="171403" cy="363412"/>
              </a:xfrm>
              <a:custGeom>
                <a:rect b="b" l="l" r="r" t="t"/>
                <a:pathLst>
                  <a:path extrusionOk="0" h="3051" w="1439">
                    <a:moveTo>
                      <a:pt x="1378" y="1"/>
                    </a:moveTo>
                    <a:cubicBezTo>
                      <a:pt x="1368" y="1"/>
                      <a:pt x="1350" y="13"/>
                      <a:pt x="1332" y="13"/>
                    </a:cubicBezTo>
                    <a:lnTo>
                      <a:pt x="0" y="2997"/>
                    </a:lnTo>
                    <a:cubicBezTo>
                      <a:pt x="0" y="3024"/>
                      <a:pt x="0" y="3050"/>
                      <a:pt x="27" y="3050"/>
                    </a:cubicBezTo>
                    <a:cubicBezTo>
                      <a:pt x="53" y="3050"/>
                      <a:pt x="80" y="3050"/>
                      <a:pt x="80" y="3024"/>
                    </a:cubicBezTo>
                    <a:lnTo>
                      <a:pt x="1412" y="66"/>
                    </a:lnTo>
                    <a:cubicBezTo>
                      <a:pt x="1439" y="39"/>
                      <a:pt x="1412" y="13"/>
                      <a:pt x="1386" y="13"/>
                    </a:cubicBezTo>
                    <a:cubicBezTo>
                      <a:pt x="1386" y="4"/>
                      <a:pt x="1383" y="1"/>
                      <a:pt x="13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35"/>
              <p:cNvSpPr/>
              <p:nvPr/>
            </p:nvSpPr>
            <p:spPr>
              <a:xfrm>
                <a:off x="855018" y="3581215"/>
                <a:ext cx="35019" cy="34304"/>
              </a:xfrm>
              <a:custGeom>
                <a:rect b="b" l="l" r="r" t="t"/>
                <a:pathLst>
                  <a:path extrusionOk="0" h="288" w="294">
                    <a:moveTo>
                      <a:pt x="257" y="1"/>
                    </a:moveTo>
                    <a:cubicBezTo>
                      <a:pt x="247" y="1"/>
                      <a:pt x="241" y="8"/>
                      <a:pt x="241" y="21"/>
                    </a:cubicBezTo>
                    <a:lnTo>
                      <a:pt x="27" y="234"/>
                    </a:lnTo>
                    <a:cubicBezTo>
                      <a:pt x="1" y="234"/>
                      <a:pt x="1" y="261"/>
                      <a:pt x="27" y="287"/>
                    </a:cubicBezTo>
                    <a:lnTo>
                      <a:pt x="81" y="287"/>
                    </a:lnTo>
                    <a:lnTo>
                      <a:pt x="294" y="74"/>
                    </a:lnTo>
                    <a:cubicBezTo>
                      <a:pt x="294" y="74"/>
                      <a:pt x="294" y="47"/>
                      <a:pt x="294" y="21"/>
                    </a:cubicBezTo>
                    <a:cubicBezTo>
                      <a:pt x="281" y="8"/>
                      <a:pt x="267" y="1"/>
                      <a:pt x="2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5"/>
              <p:cNvSpPr/>
              <p:nvPr/>
            </p:nvSpPr>
            <p:spPr>
              <a:xfrm>
                <a:off x="889918" y="3580500"/>
                <a:ext cx="16080" cy="9648"/>
              </a:xfrm>
              <a:custGeom>
                <a:rect b="b" l="l" r="r" t="t"/>
                <a:pathLst>
                  <a:path extrusionOk="0" h="81" w="135">
                    <a:moveTo>
                      <a:pt x="28" y="0"/>
                    </a:moveTo>
                    <a:cubicBezTo>
                      <a:pt x="28" y="0"/>
                      <a:pt x="1" y="27"/>
                      <a:pt x="1" y="53"/>
                    </a:cubicBezTo>
                    <a:cubicBezTo>
                      <a:pt x="1" y="80"/>
                      <a:pt x="28" y="80"/>
                      <a:pt x="54" y="80"/>
                    </a:cubicBezTo>
                    <a:lnTo>
                      <a:pt x="107" y="80"/>
                    </a:lnTo>
                    <a:cubicBezTo>
                      <a:pt x="134" y="80"/>
                      <a:pt x="134" y="53"/>
                      <a:pt x="134" y="53"/>
                    </a:cubicBezTo>
                    <a:cubicBezTo>
                      <a:pt x="134" y="27"/>
                      <a:pt x="107" y="0"/>
                      <a:pt x="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5"/>
              <p:cNvSpPr/>
              <p:nvPr/>
            </p:nvSpPr>
            <p:spPr>
              <a:xfrm>
                <a:off x="918505" y="3466987"/>
                <a:ext cx="28706" cy="21559"/>
              </a:xfrm>
              <a:custGeom>
                <a:rect b="b" l="l" r="r" t="t"/>
                <a:pathLst>
                  <a:path extrusionOk="0" h="181" w="241">
                    <a:moveTo>
                      <a:pt x="204" y="1"/>
                    </a:moveTo>
                    <a:cubicBezTo>
                      <a:pt x="194" y="1"/>
                      <a:pt x="187" y="7"/>
                      <a:pt x="187" y="21"/>
                    </a:cubicBezTo>
                    <a:lnTo>
                      <a:pt x="27" y="101"/>
                    </a:lnTo>
                    <a:cubicBezTo>
                      <a:pt x="1" y="101"/>
                      <a:pt x="1" y="127"/>
                      <a:pt x="1" y="154"/>
                    </a:cubicBezTo>
                    <a:cubicBezTo>
                      <a:pt x="1" y="154"/>
                      <a:pt x="27" y="180"/>
                      <a:pt x="54" y="180"/>
                    </a:cubicBezTo>
                    <a:cubicBezTo>
                      <a:pt x="54" y="180"/>
                      <a:pt x="54" y="180"/>
                      <a:pt x="81" y="154"/>
                    </a:cubicBezTo>
                    <a:lnTo>
                      <a:pt x="240" y="74"/>
                    </a:lnTo>
                    <a:cubicBezTo>
                      <a:pt x="240" y="74"/>
                      <a:pt x="240" y="47"/>
                      <a:pt x="240" y="21"/>
                    </a:cubicBezTo>
                    <a:cubicBezTo>
                      <a:pt x="227" y="7"/>
                      <a:pt x="214" y="1"/>
                      <a:pt x="2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35"/>
              <p:cNvSpPr/>
              <p:nvPr/>
            </p:nvSpPr>
            <p:spPr>
              <a:xfrm>
                <a:off x="896350" y="3452694"/>
                <a:ext cx="17986" cy="13579"/>
              </a:xfrm>
              <a:custGeom>
                <a:rect b="b" l="l" r="r" t="t"/>
                <a:pathLst>
                  <a:path extrusionOk="0" h="114" w="151">
                    <a:moveTo>
                      <a:pt x="97" y="0"/>
                    </a:moveTo>
                    <a:cubicBezTo>
                      <a:pt x="91" y="0"/>
                      <a:pt x="85" y="2"/>
                      <a:pt x="80" y="7"/>
                    </a:cubicBezTo>
                    <a:lnTo>
                      <a:pt x="0" y="34"/>
                    </a:lnTo>
                    <a:cubicBezTo>
                      <a:pt x="0" y="61"/>
                      <a:pt x="0" y="87"/>
                      <a:pt x="0" y="114"/>
                    </a:cubicBezTo>
                    <a:lnTo>
                      <a:pt x="53" y="114"/>
                    </a:lnTo>
                    <a:lnTo>
                      <a:pt x="107" y="87"/>
                    </a:lnTo>
                    <a:cubicBezTo>
                      <a:pt x="150" y="44"/>
                      <a:pt x="123" y="0"/>
                      <a:pt x="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35"/>
              <p:cNvSpPr/>
              <p:nvPr/>
            </p:nvSpPr>
            <p:spPr>
              <a:xfrm>
                <a:off x="943876" y="3498790"/>
                <a:ext cx="22393" cy="18343"/>
              </a:xfrm>
              <a:custGeom>
                <a:rect b="b" l="l" r="r" t="t"/>
                <a:pathLst>
                  <a:path extrusionOk="0" h="154" w="188">
                    <a:moveTo>
                      <a:pt x="124" y="0"/>
                    </a:moveTo>
                    <a:cubicBezTo>
                      <a:pt x="114" y="0"/>
                      <a:pt x="107" y="7"/>
                      <a:pt x="107" y="20"/>
                    </a:cubicBezTo>
                    <a:lnTo>
                      <a:pt x="1" y="73"/>
                    </a:lnTo>
                    <a:cubicBezTo>
                      <a:pt x="1" y="100"/>
                      <a:pt x="1" y="127"/>
                      <a:pt x="1" y="127"/>
                    </a:cubicBezTo>
                    <a:cubicBezTo>
                      <a:pt x="27" y="153"/>
                      <a:pt x="27" y="153"/>
                      <a:pt x="54" y="153"/>
                    </a:cubicBezTo>
                    <a:cubicBezTo>
                      <a:pt x="54" y="153"/>
                      <a:pt x="54" y="153"/>
                      <a:pt x="54" y="127"/>
                    </a:cubicBezTo>
                    <a:lnTo>
                      <a:pt x="161" y="73"/>
                    </a:lnTo>
                    <a:cubicBezTo>
                      <a:pt x="187" y="47"/>
                      <a:pt x="187" y="20"/>
                      <a:pt x="161" y="20"/>
                    </a:cubicBezTo>
                    <a:cubicBezTo>
                      <a:pt x="147" y="7"/>
                      <a:pt x="134" y="0"/>
                      <a:pt x="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5"/>
              <p:cNvSpPr/>
              <p:nvPr/>
            </p:nvSpPr>
            <p:spPr>
              <a:xfrm>
                <a:off x="839177" y="3455076"/>
                <a:ext cx="12864" cy="30255"/>
              </a:xfrm>
              <a:custGeom>
                <a:rect b="b" l="l" r="r" t="t"/>
                <a:pathLst>
                  <a:path extrusionOk="0" h="254" w="108">
                    <a:moveTo>
                      <a:pt x="31" y="1"/>
                    </a:moveTo>
                    <a:cubicBezTo>
                      <a:pt x="14" y="1"/>
                      <a:pt x="1" y="14"/>
                      <a:pt x="1" y="41"/>
                    </a:cubicBezTo>
                    <a:lnTo>
                      <a:pt x="27" y="201"/>
                    </a:lnTo>
                    <a:cubicBezTo>
                      <a:pt x="27" y="227"/>
                      <a:pt x="54" y="254"/>
                      <a:pt x="80" y="254"/>
                    </a:cubicBezTo>
                    <a:lnTo>
                      <a:pt x="80" y="227"/>
                    </a:lnTo>
                    <a:cubicBezTo>
                      <a:pt x="107" y="227"/>
                      <a:pt x="107" y="201"/>
                      <a:pt x="107" y="201"/>
                    </a:cubicBezTo>
                    <a:lnTo>
                      <a:pt x="80" y="41"/>
                    </a:lnTo>
                    <a:cubicBezTo>
                      <a:pt x="67" y="14"/>
                      <a:pt x="47" y="1"/>
                      <a:pt x="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35"/>
              <p:cNvSpPr/>
              <p:nvPr/>
            </p:nvSpPr>
            <p:spPr>
              <a:xfrm>
                <a:off x="604288" y="3723315"/>
                <a:ext cx="104938" cy="152464"/>
              </a:xfrm>
              <a:custGeom>
                <a:rect b="b" l="l" r="r" t="t"/>
                <a:pathLst>
                  <a:path extrusionOk="0" h="1280" w="881">
                    <a:moveTo>
                      <a:pt x="800" y="0"/>
                    </a:moveTo>
                    <a:lnTo>
                      <a:pt x="27" y="1199"/>
                    </a:lnTo>
                    <a:cubicBezTo>
                      <a:pt x="1" y="1226"/>
                      <a:pt x="1" y="1253"/>
                      <a:pt x="27" y="1279"/>
                    </a:cubicBezTo>
                    <a:lnTo>
                      <a:pt x="54" y="1279"/>
                    </a:lnTo>
                    <a:lnTo>
                      <a:pt x="853" y="80"/>
                    </a:lnTo>
                    <a:cubicBezTo>
                      <a:pt x="880" y="54"/>
                      <a:pt x="880" y="27"/>
                      <a:pt x="8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5"/>
              <p:cNvSpPr/>
              <p:nvPr/>
            </p:nvSpPr>
            <p:spPr>
              <a:xfrm>
                <a:off x="721732" y="3612184"/>
                <a:ext cx="50861" cy="82664"/>
              </a:xfrm>
              <a:custGeom>
                <a:rect b="b" l="l" r="r" t="t"/>
                <a:pathLst>
                  <a:path extrusionOk="0" h="694" w="427">
                    <a:moveTo>
                      <a:pt x="374" y="1"/>
                    </a:moveTo>
                    <a:lnTo>
                      <a:pt x="27" y="640"/>
                    </a:lnTo>
                    <a:cubicBezTo>
                      <a:pt x="1" y="640"/>
                      <a:pt x="1" y="667"/>
                      <a:pt x="27" y="693"/>
                    </a:cubicBezTo>
                    <a:lnTo>
                      <a:pt x="81" y="693"/>
                    </a:lnTo>
                    <a:lnTo>
                      <a:pt x="427" y="54"/>
                    </a:lnTo>
                    <a:cubicBezTo>
                      <a:pt x="427" y="54"/>
                      <a:pt x="427" y="27"/>
                      <a:pt x="4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5"/>
              <p:cNvSpPr/>
              <p:nvPr/>
            </p:nvSpPr>
            <p:spPr>
              <a:xfrm>
                <a:off x="1581840" y="3694728"/>
                <a:ext cx="904659" cy="511112"/>
              </a:xfrm>
              <a:custGeom>
                <a:rect b="b" l="l" r="r" t="t"/>
                <a:pathLst>
                  <a:path extrusionOk="0" h="4291" w="7595">
                    <a:moveTo>
                      <a:pt x="1093" y="0"/>
                    </a:moveTo>
                    <a:cubicBezTo>
                      <a:pt x="907" y="0"/>
                      <a:pt x="747" y="134"/>
                      <a:pt x="720" y="320"/>
                    </a:cubicBezTo>
                    <a:lnTo>
                      <a:pt x="54" y="3837"/>
                    </a:lnTo>
                    <a:cubicBezTo>
                      <a:pt x="1" y="4077"/>
                      <a:pt x="187" y="4290"/>
                      <a:pt x="427" y="4290"/>
                    </a:cubicBezTo>
                    <a:lnTo>
                      <a:pt x="6529" y="4290"/>
                    </a:lnTo>
                    <a:cubicBezTo>
                      <a:pt x="6715" y="4290"/>
                      <a:pt x="6875" y="4157"/>
                      <a:pt x="6902" y="3971"/>
                    </a:cubicBezTo>
                    <a:lnTo>
                      <a:pt x="7568" y="453"/>
                    </a:lnTo>
                    <a:cubicBezTo>
                      <a:pt x="7595" y="214"/>
                      <a:pt x="7435" y="0"/>
                      <a:pt x="71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5"/>
              <p:cNvSpPr/>
              <p:nvPr/>
            </p:nvSpPr>
            <p:spPr>
              <a:xfrm>
                <a:off x="1242252" y="4170816"/>
                <a:ext cx="1130020" cy="35019"/>
              </a:xfrm>
              <a:custGeom>
                <a:rect b="b" l="l" r="r" t="t"/>
                <a:pathLst>
                  <a:path extrusionOk="0" h="294" w="9487">
                    <a:moveTo>
                      <a:pt x="107" y="0"/>
                    </a:moveTo>
                    <a:cubicBezTo>
                      <a:pt x="54" y="0"/>
                      <a:pt x="1" y="54"/>
                      <a:pt x="1" y="134"/>
                    </a:cubicBezTo>
                    <a:lnTo>
                      <a:pt x="1" y="160"/>
                    </a:lnTo>
                    <a:cubicBezTo>
                      <a:pt x="1" y="240"/>
                      <a:pt x="54" y="293"/>
                      <a:pt x="107" y="293"/>
                    </a:cubicBezTo>
                    <a:lnTo>
                      <a:pt x="9353" y="293"/>
                    </a:lnTo>
                    <a:cubicBezTo>
                      <a:pt x="9433" y="293"/>
                      <a:pt x="9486" y="240"/>
                      <a:pt x="9486" y="160"/>
                    </a:cubicBezTo>
                    <a:lnTo>
                      <a:pt x="9486" y="134"/>
                    </a:lnTo>
                    <a:cubicBezTo>
                      <a:pt x="9486" y="54"/>
                      <a:pt x="9433" y="0"/>
                      <a:pt x="93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5"/>
              <p:cNvSpPr/>
              <p:nvPr/>
            </p:nvSpPr>
            <p:spPr>
              <a:xfrm>
                <a:off x="2045186" y="3942241"/>
                <a:ext cx="38235" cy="54077"/>
              </a:xfrm>
              <a:custGeom>
                <a:rect b="b" l="l" r="r" t="t"/>
                <a:pathLst>
                  <a:path extrusionOk="0" h="454" w="321">
                    <a:moveTo>
                      <a:pt x="241" y="1"/>
                    </a:moveTo>
                    <a:cubicBezTo>
                      <a:pt x="187" y="1"/>
                      <a:pt x="108" y="81"/>
                      <a:pt x="54" y="214"/>
                    </a:cubicBezTo>
                    <a:cubicBezTo>
                      <a:pt x="1" y="347"/>
                      <a:pt x="28" y="454"/>
                      <a:pt x="81" y="454"/>
                    </a:cubicBezTo>
                    <a:cubicBezTo>
                      <a:pt x="161" y="454"/>
                      <a:pt x="241" y="347"/>
                      <a:pt x="267" y="214"/>
                    </a:cubicBezTo>
                    <a:cubicBezTo>
                      <a:pt x="321" y="107"/>
                      <a:pt x="294" y="1"/>
                      <a:pt x="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5"/>
              <p:cNvSpPr/>
              <p:nvPr/>
            </p:nvSpPr>
            <p:spPr>
              <a:xfrm>
                <a:off x="528175" y="4202500"/>
                <a:ext cx="2002758" cy="76351"/>
              </a:xfrm>
              <a:custGeom>
                <a:rect b="b" l="l" r="r" t="t"/>
                <a:pathLst>
                  <a:path extrusionOk="0" h="641" w="16814">
                    <a:moveTo>
                      <a:pt x="0" y="1"/>
                    </a:moveTo>
                    <a:lnTo>
                      <a:pt x="373" y="640"/>
                    </a:lnTo>
                    <a:lnTo>
                      <a:pt x="16334" y="640"/>
                    </a:lnTo>
                    <a:lnTo>
                      <a:pt x="168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5"/>
              <p:cNvSpPr/>
              <p:nvPr/>
            </p:nvSpPr>
            <p:spPr>
              <a:xfrm>
                <a:off x="1356480" y="2834625"/>
                <a:ext cx="682515" cy="577696"/>
              </a:xfrm>
              <a:custGeom>
                <a:rect b="b" l="l" r="r" t="t"/>
                <a:pathLst>
                  <a:path extrusionOk="0" h="4850" w="5730">
                    <a:moveTo>
                      <a:pt x="333" y="104"/>
                    </a:moveTo>
                    <a:cubicBezTo>
                      <a:pt x="346" y="104"/>
                      <a:pt x="360" y="105"/>
                      <a:pt x="374" y="107"/>
                    </a:cubicBezTo>
                    <a:lnTo>
                      <a:pt x="5357" y="107"/>
                    </a:lnTo>
                    <a:cubicBezTo>
                      <a:pt x="5516" y="107"/>
                      <a:pt x="5650" y="214"/>
                      <a:pt x="5650" y="373"/>
                    </a:cubicBezTo>
                    <a:lnTo>
                      <a:pt x="5650" y="3198"/>
                    </a:lnTo>
                    <a:cubicBezTo>
                      <a:pt x="5650" y="3331"/>
                      <a:pt x="5516" y="3464"/>
                      <a:pt x="5357" y="3464"/>
                    </a:cubicBezTo>
                    <a:lnTo>
                      <a:pt x="2292" y="3464"/>
                    </a:lnTo>
                    <a:cubicBezTo>
                      <a:pt x="1049" y="4575"/>
                      <a:pt x="564" y="4760"/>
                      <a:pt x="406" y="4760"/>
                    </a:cubicBezTo>
                    <a:cubicBezTo>
                      <a:pt x="375" y="4760"/>
                      <a:pt x="356" y="4752"/>
                      <a:pt x="347" y="4743"/>
                    </a:cubicBezTo>
                    <a:cubicBezTo>
                      <a:pt x="267" y="4690"/>
                      <a:pt x="241" y="4424"/>
                      <a:pt x="720" y="3518"/>
                    </a:cubicBezTo>
                    <a:cubicBezTo>
                      <a:pt x="720" y="3491"/>
                      <a:pt x="720" y="3491"/>
                      <a:pt x="720" y="3464"/>
                    </a:cubicBezTo>
                    <a:lnTo>
                      <a:pt x="374" y="3464"/>
                    </a:lnTo>
                    <a:cubicBezTo>
                      <a:pt x="214" y="3464"/>
                      <a:pt x="81" y="3331"/>
                      <a:pt x="81" y="3171"/>
                    </a:cubicBezTo>
                    <a:lnTo>
                      <a:pt x="81" y="373"/>
                    </a:lnTo>
                    <a:cubicBezTo>
                      <a:pt x="81" y="227"/>
                      <a:pt x="192" y="104"/>
                      <a:pt x="333" y="104"/>
                    </a:cubicBezTo>
                    <a:close/>
                    <a:moveTo>
                      <a:pt x="374" y="0"/>
                    </a:moveTo>
                    <a:cubicBezTo>
                      <a:pt x="161" y="0"/>
                      <a:pt x="1" y="160"/>
                      <a:pt x="1" y="373"/>
                    </a:cubicBezTo>
                    <a:lnTo>
                      <a:pt x="1" y="3171"/>
                    </a:lnTo>
                    <a:cubicBezTo>
                      <a:pt x="1" y="3384"/>
                      <a:pt x="161" y="3544"/>
                      <a:pt x="374" y="3544"/>
                    </a:cubicBezTo>
                    <a:lnTo>
                      <a:pt x="614" y="3544"/>
                    </a:lnTo>
                    <a:cubicBezTo>
                      <a:pt x="134" y="4477"/>
                      <a:pt x="187" y="4717"/>
                      <a:pt x="267" y="4797"/>
                    </a:cubicBezTo>
                    <a:cubicBezTo>
                      <a:pt x="321" y="4850"/>
                      <a:pt x="374" y="4850"/>
                      <a:pt x="427" y="4850"/>
                    </a:cubicBezTo>
                    <a:cubicBezTo>
                      <a:pt x="640" y="4850"/>
                      <a:pt x="1147" y="4610"/>
                      <a:pt x="2372" y="3544"/>
                    </a:cubicBezTo>
                    <a:lnTo>
                      <a:pt x="5357" y="3544"/>
                    </a:lnTo>
                    <a:cubicBezTo>
                      <a:pt x="5570" y="3544"/>
                      <a:pt x="5730" y="3384"/>
                      <a:pt x="5730" y="3171"/>
                    </a:cubicBezTo>
                    <a:lnTo>
                      <a:pt x="5730" y="373"/>
                    </a:lnTo>
                    <a:cubicBezTo>
                      <a:pt x="5730" y="160"/>
                      <a:pt x="5570" y="0"/>
                      <a:pt x="53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5"/>
              <p:cNvSpPr/>
              <p:nvPr/>
            </p:nvSpPr>
            <p:spPr>
              <a:xfrm>
                <a:off x="1813513" y="3380512"/>
                <a:ext cx="98506" cy="83736"/>
              </a:xfrm>
              <a:custGeom>
                <a:rect b="b" l="l" r="r" t="t"/>
                <a:pathLst>
                  <a:path extrusionOk="0" h="703" w="827">
                    <a:moveTo>
                      <a:pt x="480" y="1"/>
                    </a:moveTo>
                    <a:cubicBezTo>
                      <a:pt x="161" y="1"/>
                      <a:pt x="1" y="374"/>
                      <a:pt x="214" y="587"/>
                    </a:cubicBezTo>
                    <a:cubicBezTo>
                      <a:pt x="294" y="667"/>
                      <a:pt x="389" y="702"/>
                      <a:pt x="479" y="702"/>
                    </a:cubicBezTo>
                    <a:cubicBezTo>
                      <a:pt x="661" y="702"/>
                      <a:pt x="827" y="560"/>
                      <a:pt x="827" y="347"/>
                    </a:cubicBezTo>
                    <a:cubicBezTo>
                      <a:pt x="827" y="134"/>
                      <a:pt x="667" y="1"/>
                      <a:pt x="4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5"/>
              <p:cNvSpPr/>
              <p:nvPr/>
            </p:nvSpPr>
            <p:spPr>
              <a:xfrm>
                <a:off x="1946800" y="3380512"/>
                <a:ext cx="101722" cy="83736"/>
              </a:xfrm>
              <a:custGeom>
                <a:rect b="b" l="l" r="r" t="t"/>
                <a:pathLst>
                  <a:path extrusionOk="0" h="703" w="854">
                    <a:moveTo>
                      <a:pt x="481" y="1"/>
                    </a:moveTo>
                    <a:cubicBezTo>
                      <a:pt x="161" y="1"/>
                      <a:pt x="1" y="374"/>
                      <a:pt x="241" y="587"/>
                    </a:cubicBezTo>
                    <a:cubicBezTo>
                      <a:pt x="312" y="667"/>
                      <a:pt x="404" y="702"/>
                      <a:pt x="494" y="702"/>
                    </a:cubicBezTo>
                    <a:cubicBezTo>
                      <a:pt x="676" y="702"/>
                      <a:pt x="854" y="560"/>
                      <a:pt x="854" y="347"/>
                    </a:cubicBezTo>
                    <a:cubicBezTo>
                      <a:pt x="854" y="134"/>
                      <a:pt x="694" y="1"/>
                      <a:pt x="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5"/>
              <p:cNvSpPr/>
              <p:nvPr/>
            </p:nvSpPr>
            <p:spPr>
              <a:xfrm>
                <a:off x="2086518" y="3380512"/>
                <a:ext cx="101722" cy="83736"/>
              </a:xfrm>
              <a:custGeom>
                <a:rect b="b" l="l" r="r" t="t"/>
                <a:pathLst>
                  <a:path extrusionOk="0" h="703" w="854">
                    <a:moveTo>
                      <a:pt x="480" y="1"/>
                    </a:moveTo>
                    <a:cubicBezTo>
                      <a:pt x="160" y="1"/>
                      <a:pt x="0" y="374"/>
                      <a:pt x="240" y="587"/>
                    </a:cubicBezTo>
                    <a:cubicBezTo>
                      <a:pt x="311" y="667"/>
                      <a:pt x="403" y="702"/>
                      <a:pt x="494" y="702"/>
                    </a:cubicBezTo>
                    <a:cubicBezTo>
                      <a:pt x="675" y="702"/>
                      <a:pt x="853" y="560"/>
                      <a:pt x="853" y="347"/>
                    </a:cubicBezTo>
                    <a:cubicBezTo>
                      <a:pt x="853" y="134"/>
                      <a:pt x="693" y="1"/>
                      <a:pt x="4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8" name="Google Shape;778;p35"/>
            <p:cNvGrpSpPr/>
            <p:nvPr/>
          </p:nvGrpSpPr>
          <p:grpSpPr>
            <a:xfrm>
              <a:off x="1846196" y="1450883"/>
              <a:ext cx="562782" cy="482366"/>
              <a:chOff x="1047925" y="1060576"/>
              <a:chExt cx="634980" cy="544247"/>
            </a:xfrm>
          </p:grpSpPr>
          <p:sp>
            <p:nvSpPr>
              <p:cNvPr id="779" name="Google Shape;779;p35"/>
              <p:cNvSpPr/>
              <p:nvPr/>
            </p:nvSpPr>
            <p:spPr>
              <a:xfrm>
                <a:off x="1047925" y="1060576"/>
                <a:ext cx="634980" cy="544247"/>
              </a:xfrm>
              <a:custGeom>
                <a:rect b="b" l="l" r="r" t="t"/>
                <a:pathLst>
                  <a:path extrusionOk="0" h="3587" w="4185">
                    <a:moveTo>
                      <a:pt x="2399" y="1"/>
                    </a:moveTo>
                    <a:cubicBezTo>
                      <a:pt x="800" y="1"/>
                      <a:pt x="1" y="1919"/>
                      <a:pt x="1120" y="3065"/>
                    </a:cubicBezTo>
                    <a:cubicBezTo>
                      <a:pt x="1489" y="3425"/>
                      <a:pt x="1938" y="3587"/>
                      <a:pt x="2377" y="3587"/>
                    </a:cubicBezTo>
                    <a:cubicBezTo>
                      <a:pt x="3302" y="3587"/>
                      <a:pt x="4184" y="2870"/>
                      <a:pt x="4184" y="1786"/>
                    </a:cubicBezTo>
                    <a:cubicBezTo>
                      <a:pt x="4184" y="800"/>
                      <a:pt x="3385" y="1"/>
                      <a:pt x="2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35"/>
              <p:cNvSpPr/>
              <p:nvPr/>
            </p:nvSpPr>
            <p:spPr>
              <a:xfrm>
                <a:off x="1326950" y="1137046"/>
                <a:ext cx="173728" cy="390395"/>
              </a:xfrm>
              <a:custGeom>
                <a:rect b="b" l="l" r="r" t="t"/>
                <a:pathLst>
                  <a:path extrusionOk="0" h="2573" w="1145">
                    <a:moveTo>
                      <a:pt x="559" y="1"/>
                    </a:moveTo>
                    <a:cubicBezTo>
                      <a:pt x="542" y="1"/>
                      <a:pt x="524" y="2"/>
                      <a:pt x="507" y="3"/>
                    </a:cubicBezTo>
                    <a:cubicBezTo>
                      <a:pt x="347" y="3"/>
                      <a:pt x="160" y="56"/>
                      <a:pt x="0" y="163"/>
                    </a:cubicBezTo>
                    <a:lnTo>
                      <a:pt x="80" y="376"/>
                    </a:lnTo>
                    <a:cubicBezTo>
                      <a:pt x="187" y="323"/>
                      <a:pt x="320" y="269"/>
                      <a:pt x="453" y="269"/>
                    </a:cubicBezTo>
                    <a:cubicBezTo>
                      <a:pt x="693" y="269"/>
                      <a:pt x="800" y="403"/>
                      <a:pt x="800" y="589"/>
                    </a:cubicBezTo>
                    <a:cubicBezTo>
                      <a:pt x="773" y="776"/>
                      <a:pt x="693" y="962"/>
                      <a:pt x="533" y="1095"/>
                    </a:cubicBezTo>
                    <a:cubicBezTo>
                      <a:pt x="373" y="1255"/>
                      <a:pt x="293" y="1495"/>
                      <a:pt x="320" y="1735"/>
                    </a:cubicBezTo>
                    <a:lnTo>
                      <a:pt x="320" y="1842"/>
                    </a:lnTo>
                    <a:lnTo>
                      <a:pt x="613" y="1842"/>
                    </a:lnTo>
                    <a:lnTo>
                      <a:pt x="613" y="1735"/>
                    </a:lnTo>
                    <a:cubicBezTo>
                      <a:pt x="587" y="1522"/>
                      <a:pt x="666" y="1335"/>
                      <a:pt x="826" y="1202"/>
                    </a:cubicBezTo>
                    <a:cubicBezTo>
                      <a:pt x="986" y="1016"/>
                      <a:pt x="1119" y="802"/>
                      <a:pt x="1119" y="563"/>
                    </a:cubicBezTo>
                    <a:cubicBezTo>
                      <a:pt x="1145" y="234"/>
                      <a:pt x="882" y="1"/>
                      <a:pt x="559" y="1"/>
                    </a:cubicBezTo>
                    <a:close/>
                    <a:moveTo>
                      <a:pt x="453" y="2108"/>
                    </a:moveTo>
                    <a:cubicBezTo>
                      <a:pt x="320" y="2108"/>
                      <a:pt x="240" y="2215"/>
                      <a:pt x="240" y="2348"/>
                    </a:cubicBezTo>
                    <a:cubicBezTo>
                      <a:pt x="240" y="2490"/>
                      <a:pt x="347" y="2573"/>
                      <a:pt x="465" y="2573"/>
                    </a:cubicBezTo>
                    <a:cubicBezTo>
                      <a:pt x="524" y="2573"/>
                      <a:pt x="587" y="2552"/>
                      <a:pt x="640" y="2508"/>
                    </a:cubicBezTo>
                    <a:cubicBezTo>
                      <a:pt x="773" y="2348"/>
                      <a:pt x="666" y="2108"/>
                      <a:pt x="453" y="21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1" name="Google Shape;781;p35"/>
          <p:cNvSpPr/>
          <p:nvPr/>
        </p:nvSpPr>
        <p:spPr>
          <a:xfrm>
            <a:off x="5029550" y="3320400"/>
            <a:ext cx="2955300" cy="85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782" name="Google Shape;782;p35"/>
          <p:cNvSpPr txBox="1"/>
          <p:nvPr>
            <p:ph type="title"/>
          </p:nvPr>
        </p:nvSpPr>
        <p:spPr>
          <a:xfrm>
            <a:off x="4865600" y="2878975"/>
            <a:ext cx="3283200" cy="85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  <a:r>
              <a:rPr lang="en"/>
              <a:t>!</a:t>
            </a:r>
            <a:endParaRPr/>
          </a:p>
        </p:txBody>
      </p:sp>
      <p:sp>
        <p:nvSpPr>
          <p:cNvPr id="783" name="Google Shape;783;p35"/>
          <p:cNvSpPr txBox="1"/>
          <p:nvPr/>
        </p:nvSpPr>
        <p:spPr>
          <a:xfrm>
            <a:off x="5007200" y="38400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Leticia Colombo - Jeasmine Ñahui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789" name="Google Shape;789;p36" title="Screenshot 2026-02-26 at 8.11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000" y="445025"/>
            <a:ext cx="5442587" cy="40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795" name="Google Shape;7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825" y="661263"/>
            <a:ext cx="317554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801" name="Google Shape;8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342405"/>
            <a:ext cx="7703999" cy="3006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807" name="Google Shape;8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0050" y="661263"/>
            <a:ext cx="479571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813" name="Google Shape;81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324" y="914675"/>
            <a:ext cx="6116274" cy="34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819" name="Google Shape;81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651" y="1062700"/>
            <a:ext cx="6859850" cy="32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825" name="Google Shape;82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175" y="1495425"/>
            <a:ext cx="468630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831" name="Google Shape;8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700" y="1224000"/>
            <a:ext cx="3518975" cy="283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850" y="1017713"/>
            <a:ext cx="1974925" cy="33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Anexo</a:t>
            </a:r>
            <a:endParaRPr/>
          </a:p>
        </p:txBody>
      </p:sp>
      <p:pic>
        <p:nvPicPr>
          <p:cNvPr id="838" name="Google Shape;83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375" y="661263"/>
            <a:ext cx="459589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er Service Support Business Plan by Slidesgo">
  <a:themeElements>
    <a:clrScheme name="Simple Light">
      <a:dk1>
        <a:srgbClr val="000000"/>
      </a:dk1>
      <a:lt1>
        <a:srgbClr val="F7ECDC"/>
      </a:lt1>
      <a:dk2>
        <a:srgbClr val="3F5A6B"/>
      </a:dk2>
      <a:lt2>
        <a:srgbClr val="A5C4BE"/>
      </a:lt2>
      <a:accent1>
        <a:srgbClr val="F38681"/>
      </a:accent1>
      <a:accent2>
        <a:srgbClr val="FFC0C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